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FFCB3B_6BA5846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7FFFCB35_5C812C7B.xml" ContentType="application/vnd.ms-powerpoint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7FFFCB33_FAF6B2E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1" r:id="rId2"/>
  </p:sldMasterIdLst>
  <p:notesMasterIdLst>
    <p:notesMasterId r:id="rId30"/>
  </p:notesMasterIdLst>
  <p:sldIdLst>
    <p:sldId id="2147470117" r:id="rId3"/>
    <p:sldId id="2147470118" r:id="rId4"/>
    <p:sldId id="2147470150" r:id="rId5"/>
    <p:sldId id="2147470149" r:id="rId6"/>
    <p:sldId id="2147470152" r:id="rId7"/>
    <p:sldId id="2147470138" r:id="rId8"/>
    <p:sldId id="2147470139" r:id="rId9"/>
    <p:sldId id="2147470141" r:id="rId10"/>
    <p:sldId id="2147470142" r:id="rId11"/>
    <p:sldId id="2147470143" r:id="rId12"/>
    <p:sldId id="2147470148" r:id="rId13"/>
    <p:sldId id="2147470153" r:id="rId14"/>
    <p:sldId id="2147470132" r:id="rId15"/>
    <p:sldId id="2147470123" r:id="rId16"/>
    <p:sldId id="291" r:id="rId17"/>
    <p:sldId id="286" r:id="rId18"/>
    <p:sldId id="298" r:id="rId19"/>
    <p:sldId id="2147470151" r:id="rId20"/>
    <p:sldId id="2147470133" r:id="rId21"/>
    <p:sldId id="2147470145" r:id="rId22"/>
    <p:sldId id="2147470147" r:id="rId23"/>
    <p:sldId id="2147470134" r:id="rId24"/>
    <p:sldId id="2147470125" r:id="rId25"/>
    <p:sldId id="307" r:id="rId26"/>
    <p:sldId id="2147470129" r:id="rId27"/>
    <p:sldId id="2147470135" r:id="rId28"/>
    <p:sldId id="2147470131" r:id="rId29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8D9D3B-4A11-AE35-31FC-BCC4DDE5A082}" name="Mark Brown" initials="MB" userId="S::mjbrown@microsoft.com::4983ebf2-44f1-441b-acdf-86ca987152cf" providerId="AD"/>
  <p188:author id="{CBDC1C43-E0E1-5E7E-31A7-2A6C522B92C9}" name="Justine Cocchi" initials="JC" userId="S::jucocchi@microsoft.com::64429cd7-e40c-4b9e-9576-0e3e821bcb37" providerId="AD"/>
  <p188:author id="{B1914351-28EB-3C0C-31A2-B316775E604C}" name="Kirill Gavrylyuk" initials="KG" userId="S::kirillg@microsoft.com::29384c18-e3ab-44b7-bb54-8878d057e32a" providerId="AD"/>
  <p188:author id="{83366A69-F28B-FCD1-6C85-977587DD3DBC}" name="Andrew Liu (AZURE COSMOS DB)" initials="AL" userId="S::andrl@microsoft.com::ddff1f27-dc0a-4c76-967f-6bb462701c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06AE"/>
    <a:srgbClr val="8024BB"/>
    <a:srgbClr val="272489"/>
    <a:srgbClr val="00A4EF"/>
    <a:srgbClr val="F65567"/>
    <a:srgbClr val="C74195"/>
    <a:srgbClr val="AC35AF"/>
    <a:srgbClr val="0A6BBA"/>
    <a:srgbClr val="31858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F4BA0-3020-5FAB-9DA3-69C44B2481BF}" v="5" dt="2026-05-18T20:57:00.329"/>
    <p1510:client id="{B5CA9E53-51C7-4A5C-82E9-33A32669775E}" v="2" dt="2026-05-19T17:51:45.757"/>
    <p1510:client id="{D1955282-0416-04BA-BAA1-58EC0510DC98}" v="2" dt="2026-05-19T17:45:00.993"/>
    <p1510:client id="{D4E33648-66FA-21B8-632F-A8549AB7189A}" v="26" dt="2026-05-19T16:21:50.861"/>
    <p1510:client id="{EDBF378E-90BE-E643-8D52-5E337618D0DC}" v="967" dt="2026-05-19T16:16:30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73228"/>
  </p:normalViewPr>
  <p:slideViewPr>
    <p:cSldViewPr snapToGrid="0">
      <p:cViewPr varScale="1">
        <p:scale>
          <a:sx n="164" d="100"/>
          <a:sy n="164" d="100"/>
        </p:scale>
        <p:origin x="2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Kataria" userId="S::akataria@microsoft.com::57b34b44-de4a-4398-9328-57914553dafd" providerId="AD" clId="Web-{5ED61C3E-1EB3-FF88-B1A5-210D4440A237}"/>
    <pc:docChg chg="addSld delSld modSld sldOrd">
      <pc:chgData name="Aayush Kataria" userId="S::akataria@microsoft.com::57b34b44-de4a-4398-9328-57914553dafd" providerId="AD" clId="Web-{5ED61C3E-1EB3-FF88-B1A5-210D4440A237}" dt="2026-05-10T14:05:26.267" v="3220"/>
      <pc:docMkLst>
        <pc:docMk/>
      </pc:docMkLst>
      <pc:sldChg chg="modSp">
        <pc:chgData name="Aayush Kataria" userId="S::akataria@microsoft.com::57b34b44-de4a-4398-9328-57914553dafd" providerId="AD" clId="Web-{5ED61C3E-1EB3-FF88-B1A5-210D4440A237}" dt="2026-05-08T19:04:06.907" v="2886" actId="20577"/>
        <pc:sldMkLst>
          <pc:docMk/>
          <pc:sldMk cId="3265178879" sldId="2147470119"/>
        </pc:sldMkLst>
        <pc:spChg chg="mod">
          <ac:chgData name="Aayush Kataria" userId="S::akataria@microsoft.com::57b34b44-de4a-4398-9328-57914553dafd" providerId="AD" clId="Web-{5ED61C3E-1EB3-FF88-B1A5-210D4440A237}" dt="2026-05-08T19:01:59.749" v="2857" actId="20577"/>
          <ac:spMkLst>
            <pc:docMk/>
            <pc:sldMk cId="3265178879" sldId="2147470119"/>
            <ac:spMk id="4" creationId="{C904CDE2-C72E-2F80-D939-AE0667A81045}"/>
          </ac:spMkLst>
        </pc:spChg>
        <pc:spChg chg="mod">
          <ac:chgData name="Aayush Kataria" userId="S::akataria@microsoft.com::57b34b44-de4a-4398-9328-57914553dafd" providerId="AD" clId="Web-{5ED61C3E-1EB3-FF88-B1A5-210D4440A237}" dt="2026-05-08T19:04:06.907" v="2886" actId="20577"/>
          <ac:spMkLst>
            <pc:docMk/>
            <pc:sldMk cId="3265178879" sldId="2147470119"/>
            <ac:spMk id="5" creationId="{2823D14A-74A9-BBEC-BBFC-BF2789A24671}"/>
          </ac:spMkLst>
        </pc:spChg>
      </pc:sldChg>
      <pc:sldChg chg="modNotes">
        <pc:chgData name="Aayush Kataria" userId="S::akataria@microsoft.com::57b34b44-de4a-4398-9328-57914553dafd" providerId="AD" clId="Web-{5ED61C3E-1EB3-FF88-B1A5-210D4440A237}" dt="2026-05-08T18:52:59.007" v="2855"/>
        <pc:sldMkLst>
          <pc:docMk/>
          <pc:sldMk cId="2145593914" sldId="2147470132"/>
        </pc:sldMkLst>
      </pc:sldChg>
      <pc:sldChg chg="addSp delSp modSp add ord replId modNotes">
        <pc:chgData name="Aayush Kataria" userId="S::akataria@microsoft.com::57b34b44-de4a-4398-9328-57914553dafd" providerId="AD" clId="Web-{5ED61C3E-1EB3-FF88-B1A5-210D4440A237}" dt="2026-05-10T13:53:34.678" v="3132" actId="1076"/>
        <pc:sldMkLst>
          <pc:docMk/>
          <pc:sldMk cId="1668248085" sldId="2147470138"/>
        </pc:sldMkLst>
        <pc:spChg chg="mod">
          <ac:chgData name="Aayush Kataria" userId="S::akataria@microsoft.com::57b34b44-de4a-4398-9328-57914553dafd" providerId="AD" clId="Web-{5ED61C3E-1EB3-FF88-B1A5-210D4440A237}" dt="2026-05-08T15:22:21.644" v="1006" actId="20577"/>
          <ac:spMkLst>
            <pc:docMk/>
            <pc:sldMk cId="1668248085" sldId="2147470138"/>
            <ac:spMk id="2" creationId="{4A79BAC3-B7EB-5396-93B1-4D72E4D00640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05:07:13.974" v="3059" actId="1076"/>
          <ac:spMkLst>
            <pc:docMk/>
            <pc:sldMk cId="1668248085" sldId="2147470138"/>
            <ac:spMk id="5" creationId="{CA214940-AA92-D20D-9AFF-3A11F815C7C2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3:53:34.412" v="3130" actId="1076"/>
          <ac:spMkLst>
            <pc:docMk/>
            <pc:sldMk cId="1668248085" sldId="2147470138"/>
            <ac:spMk id="6" creationId="{5CE81773-AF54-C6FC-D6AF-76D05BFBBD5B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05:05:50.845" v="3046" actId="1076"/>
          <ac:spMkLst>
            <pc:docMk/>
            <pc:sldMk cId="1668248085" sldId="2147470138"/>
            <ac:spMk id="7" creationId="{E40184F9-600A-209D-BBF4-4403A903063B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05:06:53.098" v="3058" actId="1076"/>
          <ac:spMkLst>
            <pc:docMk/>
            <pc:sldMk cId="1668248085" sldId="2147470138"/>
            <ac:spMk id="8" creationId="{18A8A43C-942E-6E4E-55B9-DA24981A9094}"/>
          </ac:spMkLst>
        </pc:spChg>
        <pc:picChg chg="add mod">
          <ac:chgData name="Aayush Kataria" userId="S::akataria@microsoft.com::57b34b44-de4a-4398-9328-57914553dafd" providerId="AD" clId="Web-{5ED61C3E-1EB3-FF88-B1A5-210D4440A237}" dt="2026-05-10T13:53:34.678" v="3132" actId="1076"/>
          <ac:picMkLst>
            <pc:docMk/>
            <pc:sldMk cId="1668248085" sldId="2147470138"/>
            <ac:picMk id="3" creationId="{F22192CB-85E3-5570-08D7-C0E7495D355D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11.205" v="3048" actId="1076"/>
          <ac:picMkLst>
            <pc:docMk/>
            <pc:sldMk cId="1668248085" sldId="2147470138"/>
            <ac:picMk id="10" creationId="{3716A5B0-4786-3CB7-4CE5-1C35D388BFE3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5:29.204" v="3025" actId="14100"/>
          <ac:picMkLst>
            <pc:docMk/>
            <pc:sldMk cId="1668248085" sldId="2147470138"/>
            <ac:picMk id="12" creationId="{9033F080-2068-E9A1-4B3F-733AE974D75D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52.863" v="3056" actId="1076"/>
          <ac:picMkLst>
            <pc:docMk/>
            <pc:sldMk cId="1668248085" sldId="2147470138"/>
            <ac:picMk id="13" creationId="{F22C4A3B-7383-5D84-8DBB-1DA6EF908DA5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32.019" v="3053" actId="1076"/>
          <ac:picMkLst>
            <pc:docMk/>
            <pc:sldMk cId="1668248085" sldId="2147470138"/>
            <ac:picMk id="14" creationId="{50840030-6142-6594-D5BC-9E55DEA1346C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32.113" v="3054" actId="1076"/>
          <ac:picMkLst>
            <pc:docMk/>
            <pc:sldMk cId="1668248085" sldId="2147470138"/>
            <ac:picMk id="15" creationId="{273F49F6-CAE4-AE01-E50A-49D08A206E83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32.144" v="3055" actId="1076"/>
          <ac:picMkLst>
            <pc:docMk/>
            <pc:sldMk cId="1668248085" sldId="2147470138"/>
            <ac:picMk id="16" creationId="{1A5C123B-EB15-D635-739F-BBD82D5B3748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11.268" v="3050" actId="1076"/>
          <ac:picMkLst>
            <pc:docMk/>
            <pc:sldMk cId="1668248085" sldId="2147470138"/>
            <ac:picMk id="18" creationId="{706B18EA-B1ED-869B-07DD-0CC1F8527EFE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31.816" v="3052" actId="1076"/>
          <ac:picMkLst>
            <pc:docMk/>
            <pc:sldMk cId="1668248085" sldId="2147470138"/>
            <ac:picMk id="19" creationId="{9A46CF28-BFCD-0C13-82EE-44C7EFACE9D9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11.237" v="3049" actId="1076"/>
          <ac:picMkLst>
            <pc:docMk/>
            <pc:sldMk cId="1668248085" sldId="2147470138"/>
            <ac:picMk id="20" creationId="{42A172BF-9059-78A5-6B58-55B25E80695B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05:06:53.051" v="3057" actId="1076"/>
          <ac:picMkLst>
            <pc:docMk/>
            <pc:sldMk cId="1668248085" sldId="2147470138"/>
            <ac:picMk id="21" creationId="{CF32BA36-BABE-A527-52E6-E7FE38D1F8CF}"/>
          </ac:picMkLst>
        </pc:picChg>
      </pc:sldChg>
      <pc:sldChg chg="addSp delSp modSp add replId addAnim delAnim modNotes">
        <pc:chgData name="Aayush Kataria" userId="S::akataria@microsoft.com::57b34b44-de4a-4398-9328-57914553dafd" providerId="AD" clId="Web-{5ED61C3E-1EB3-FF88-B1A5-210D4440A237}" dt="2026-05-08T18:42:08.036" v="2796"/>
        <pc:sldMkLst>
          <pc:docMk/>
          <pc:sldMk cId="112875590" sldId="2147470139"/>
        </pc:sldMkLst>
        <pc:spChg chg="mod">
          <ac:chgData name="Aayush Kataria" userId="S::akataria@microsoft.com::57b34b44-de4a-4398-9328-57914553dafd" providerId="AD" clId="Web-{5ED61C3E-1EB3-FF88-B1A5-210D4440A237}" dt="2026-05-08T14:45:21.434" v="123" actId="20577"/>
          <ac:spMkLst>
            <pc:docMk/>
            <pc:sldMk cId="112875590" sldId="2147470139"/>
            <ac:spMk id="2" creationId="{CE9B1675-6FE2-4C89-8D1E-1699D5FF6845}"/>
          </ac:spMkLst>
        </pc:spChg>
        <pc:spChg chg="add del mod">
          <ac:chgData name="Aayush Kataria" userId="S::akataria@microsoft.com::57b34b44-de4a-4398-9328-57914553dafd" providerId="AD" clId="Web-{5ED61C3E-1EB3-FF88-B1A5-210D4440A237}" dt="2026-05-08T15:33:04.798" v="1053" actId="14100"/>
          <ac:spMkLst>
            <pc:docMk/>
            <pc:sldMk cId="112875590" sldId="2147470139"/>
            <ac:spMk id="14" creationId="{AFE365CE-D41A-D020-1099-0525B2CC1C06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3:04.798" v="1052" actId="14100"/>
          <ac:spMkLst>
            <pc:docMk/>
            <pc:sldMk cId="112875590" sldId="2147470139"/>
            <ac:spMk id="16" creationId="{C5EF333B-4096-CC77-18D0-01B50147B617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3:04.798" v="1051" actId="14100"/>
          <ac:spMkLst>
            <pc:docMk/>
            <pc:sldMk cId="112875590" sldId="2147470139"/>
            <ac:spMk id="46" creationId="{98443B10-16DE-29D7-B679-EFA76C3D6C74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3:22.299" v="1060" actId="1076"/>
          <ac:spMkLst>
            <pc:docMk/>
            <pc:sldMk cId="112875590" sldId="2147470139"/>
            <ac:spMk id="76" creationId="{4242FDF6-63B0-AA35-4B69-DC292CCF6528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3:22.331" v="1061" actId="1076"/>
          <ac:spMkLst>
            <pc:docMk/>
            <pc:sldMk cId="112875590" sldId="2147470139"/>
            <ac:spMk id="78" creationId="{A743EEBE-B660-342E-2D19-D35C60DCA10F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3:22.346" v="1062" actId="1076"/>
          <ac:spMkLst>
            <pc:docMk/>
            <pc:sldMk cId="112875590" sldId="2147470139"/>
            <ac:spMk id="80" creationId="{40C7E911-EF34-EB7C-D8C6-185437F39071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4:26.929" v="1099" actId="14100"/>
          <ac:spMkLst>
            <pc:docMk/>
            <pc:sldMk cId="112875590" sldId="2147470139"/>
            <ac:spMk id="88" creationId="{8E7BF7F8-8C72-A0A9-AAD1-AC09782F5567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4:46.415" v="1102" actId="14100"/>
          <ac:spMkLst>
            <pc:docMk/>
            <pc:sldMk cId="112875590" sldId="2147470139"/>
            <ac:spMk id="90" creationId="{EAB09A2C-5572-FDA8-1626-0239916B84CE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4:40.992" v="1101" actId="1076"/>
          <ac:spMkLst>
            <pc:docMk/>
            <pc:sldMk cId="112875590" sldId="2147470139"/>
            <ac:spMk id="92" creationId="{64C9856F-82EA-9F92-13C7-E0DA54884E62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4:29.382" v="1100" actId="1076"/>
          <ac:spMkLst>
            <pc:docMk/>
            <pc:sldMk cId="112875590" sldId="2147470139"/>
            <ac:spMk id="94" creationId="{E51858AB-6B94-B6AA-D5F0-7EBE867904AA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4:52.212" v="1103" actId="1076"/>
          <ac:spMkLst>
            <pc:docMk/>
            <pc:sldMk cId="112875590" sldId="2147470139"/>
            <ac:spMk id="96" creationId="{C7A0EFD5-CA89-C8E2-12E1-B2AA51D099BD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4:58.041" v="1104" actId="1076"/>
          <ac:spMkLst>
            <pc:docMk/>
            <pc:sldMk cId="112875590" sldId="2147470139"/>
            <ac:spMk id="98" creationId="{C5F97089-ECF5-2A17-647D-4B16B0F20CD7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3:35.878" v="1069" actId="1076"/>
          <ac:spMkLst>
            <pc:docMk/>
            <pc:sldMk cId="112875590" sldId="2147470139"/>
            <ac:spMk id="100" creationId="{211D7310-6FD8-6BE4-0693-90367FCAC306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3:49.442" v="1092" actId="20577"/>
          <ac:spMkLst>
            <pc:docMk/>
            <pc:sldMk cId="112875590" sldId="2147470139"/>
            <ac:spMk id="102" creationId="{2D2AA7EA-3905-8018-D5F0-1CD7488B6FD8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5:36:57.314" v="1250" actId="20577"/>
          <ac:spMkLst>
            <pc:docMk/>
            <pc:sldMk cId="112875590" sldId="2147470139"/>
            <ac:spMk id="104" creationId="{1AC58EE6-7C21-A062-4AAE-EC7FC7BC5A8E}"/>
          </ac:spMkLst>
        </pc:spChg>
      </pc:sldChg>
      <pc:sldChg chg="addSp delSp modSp add replId addAnim delAnim modNotes">
        <pc:chgData name="Aayush Kataria" userId="S::akataria@microsoft.com::57b34b44-de4a-4398-9328-57914553dafd" providerId="AD" clId="Web-{5ED61C3E-1EB3-FF88-B1A5-210D4440A237}" dt="2026-05-10T14:05:26.267" v="3220"/>
        <pc:sldMkLst>
          <pc:docMk/>
          <pc:sldMk cId="556978701" sldId="2147470141"/>
        </pc:sldMkLst>
        <pc:spChg chg="mod">
          <ac:chgData name="Aayush Kataria" userId="S::akataria@microsoft.com::57b34b44-de4a-4398-9328-57914553dafd" providerId="AD" clId="Web-{5ED61C3E-1EB3-FF88-B1A5-210D4440A237}" dt="2026-05-08T15:44:00.720" v="1400" actId="20577"/>
          <ac:spMkLst>
            <pc:docMk/>
            <pc:sldMk cId="556978701" sldId="2147470141"/>
            <ac:spMk id="2" creationId="{CE9AE25F-DE3E-92F7-D378-C9BCB813787F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4:04:32.422" v="3204" actId="1076"/>
          <ac:spMkLst>
            <pc:docMk/>
            <pc:sldMk cId="556978701" sldId="2147470141"/>
            <ac:spMk id="3" creationId="{A6FE77B1-C411-2A14-407D-7F4564CF2A54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3:57:38.552" v="3167" actId="20577"/>
          <ac:spMkLst>
            <pc:docMk/>
            <pc:sldMk cId="556978701" sldId="2147470141"/>
            <ac:spMk id="5" creationId="{B3BE1FE3-152F-9FD9-B691-9878A363BB57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3:57:16.786" v="3160" actId="20577"/>
          <ac:spMkLst>
            <pc:docMk/>
            <pc:sldMk cId="556978701" sldId="2147470141"/>
            <ac:spMk id="6" creationId="{B65FB8F5-E86F-7908-5380-6C5FA1DD20CC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3:57:38.943" v="3168" actId="20577"/>
          <ac:spMkLst>
            <pc:docMk/>
            <pc:sldMk cId="556978701" sldId="2147470141"/>
            <ac:spMk id="8" creationId="{86981B05-37E5-601F-5FFD-115598A66EF5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4:04:32.438" v="3205" actId="1076"/>
          <ac:spMkLst>
            <pc:docMk/>
            <pc:sldMk cId="556978701" sldId="2147470141"/>
            <ac:spMk id="9" creationId="{57CFE7EF-5D6C-F64A-3F71-4113775633B3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4:04:32.438" v="3206" actId="1076"/>
          <ac:spMkLst>
            <pc:docMk/>
            <pc:sldMk cId="556978701" sldId="2147470141"/>
            <ac:spMk id="10" creationId="{AF3AFFD6-E23F-44E3-81BC-20B7A3383CC6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4:04:32.454" v="3207" actId="1076"/>
          <ac:spMkLst>
            <pc:docMk/>
            <pc:sldMk cId="556978701" sldId="2147470141"/>
            <ac:spMk id="11" creationId="{7C175FE4-4417-90B1-A8FF-8062CDD9DC5A}"/>
          </ac:spMkLst>
        </pc:spChg>
        <pc:spChg chg="add">
          <ac:chgData name="Aayush Kataria" userId="S::akataria@microsoft.com::57b34b44-de4a-4398-9328-57914553dafd" providerId="AD" clId="Web-{5ED61C3E-1EB3-FF88-B1A5-210D4440A237}" dt="2026-05-10T14:05:26.267" v="3220"/>
          <ac:spMkLst>
            <pc:docMk/>
            <pc:sldMk cId="556978701" sldId="2147470141"/>
            <ac:spMk id="32" creationId="{41BDD47F-4896-736C-36BF-E2DFAD021BFB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4:04:32.329" v="3196" actId="1076"/>
          <ac:spMkLst>
            <pc:docMk/>
            <pc:sldMk cId="556978701" sldId="2147470141"/>
            <ac:spMk id="78" creationId="{87FB78CA-9C23-6575-AAA2-C81658978985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4:04:32.344" v="3198" actId="1076"/>
          <ac:spMkLst>
            <pc:docMk/>
            <pc:sldMk cId="556978701" sldId="2147470141"/>
            <ac:spMk id="84" creationId="{C458BAD6-847F-288B-8F68-A9CA3EE7D958}"/>
          </ac:spMkLst>
        </pc:spChg>
        <pc:spChg chg="add mod">
          <ac:chgData name="Aayush Kataria" userId="S::akataria@microsoft.com::57b34b44-de4a-4398-9328-57914553dafd" providerId="AD" clId="Web-{5ED61C3E-1EB3-FF88-B1A5-210D4440A237}" dt="2026-05-10T14:04:32.375" v="3200" actId="1076"/>
          <ac:spMkLst>
            <pc:docMk/>
            <pc:sldMk cId="556978701" sldId="2147470141"/>
            <ac:spMk id="92" creationId="{AB5F3BDC-B392-489B-C996-12B67227E27D}"/>
          </ac:spMkLst>
        </pc:spChg>
        <pc:picChg chg="add mod">
          <ac:chgData name="Aayush Kataria" userId="S::akataria@microsoft.com::57b34b44-de4a-4398-9328-57914553dafd" providerId="AD" clId="Web-{5ED61C3E-1EB3-FF88-B1A5-210D4440A237}" dt="2026-05-10T14:04:32.391" v="3201" actId="1076"/>
          <ac:picMkLst>
            <pc:docMk/>
            <pc:sldMk cId="556978701" sldId="2147470141"/>
            <ac:picMk id="16" creationId="{A7ED4361-8E15-9D3F-D378-3BE24628F00D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14:04:32.391" v="3202" actId="1076"/>
          <ac:picMkLst>
            <pc:docMk/>
            <pc:sldMk cId="556978701" sldId="2147470141"/>
            <ac:picMk id="17" creationId="{930BD787-C425-A297-E702-C556AB4714E1}"/>
          </ac:picMkLst>
        </pc:picChg>
        <pc:picChg chg="add mod">
          <ac:chgData name="Aayush Kataria" userId="S::akataria@microsoft.com::57b34b44-de4a-4398-9328-57914553dafd" providerId="AD" clId="Web-{5ED61C3E-1EB3-FF88-B1A5-210D4440A237}" dt="2026-05-10T14:04:32.407" v="3203" actId="1076"/>
          <ac:picMkLst>
            <pc:docMk/>
            <pc:sldMk cId="556978701" sldId="2147470141"/>
            <ac:picMk id="18" creationId="{AD0FBE98-A186-3E2F-ACCD-152B9AC1F32C}"/>
          </ac:picMkLst>
        </pc:picChg>
      </pc:sldChg>
      <pc:sldChg chg="addSp delSp modSp add replId addAnim modNotes">
        <pc:chgData name="Aayush Kataria" userId="S::akataria@microsoft.com::57b34b44-de4a-4398-9328-57914553dafd" providerId="AD" clId="Web-{5ED61C3E-1EB3-FF88-B1A5-210D4440A237}" dt="2026-05-08T20:38:28.647" v="2889"/>
        <pc:sldMkLst>
          <pc:docMk/>
          <pc:sldMk cId="2620802210" sldId="2147470142"/>
        </pc:sldMkLst>
        <pc:spChg chg="mod">
          <ac:chgData name="Aayush Kataria" userId="S::akataria@microsoft.com::57b34b44-de4a-4398-9328-57914553dafd" providerId="AD" clId="Web-{5ED61C3E-1EB3-FF88-B1A5-210D4440A237}" dt="2026-05-08T15:56:10.263" v="1743" actId="20577"/>
          <ac:spMkLst>
            <pc:docMk/>
            <pc:sldMk cId="2620802210" sldId="2147470142"/>
            <ac:spMk id="2" creationId="{C1419642-DC71-7908-1B21-DFAA1A9ED08F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6:06:18.570" v="2238" actId="1076"/>
          <ac:spMkLst>
            <pc:docMk/>
            <pc:sldMk cId="2620802210" sldId="2147470142"/>
            <ac:spMk id="5" creationId="{DB22FD24-A6F0-740A-7EA0-A4D848AB10CB}"/>
          </ac:spMkLst>
        </pc:spChg>
        <pc:spChg chg="add mod">
          <ac:chgData name="Aayush Kataria" userId="S::akataria@microsoft.com::57b34b44-de4a-4398-9328-57914553dafd" providerId="AD" clId="Web-{5ED61C3E-1EB3-FF88-B1A5-210D4440A237}" dt="2026-05-08T16:07:00.230" v="2279" actId="20577"/>
          <ac:spMkLst>
            <pc:docMk/>
            <pc:sldMk cId="2620802210" sldId="2147470142"/>
            <ac:spMk id="9" creationId="{728BC705-E41B-7237-0161-0EBE6EDB518F}"/>
          </ac:spMkLst>
        </pc:spChg>
        <pc:spChg chg="mod">
          <ac:chgData name="Aayush Kataria" userId="S::akataria@microsoft.com::57b34b44-de4a-4398-9328-57914553dafd" providerId="AD" clId="Web-{5ED61C3E-1EB3-FF88-B1A5-210D4440A237}" dt="2026-05-08T15:56:40.014" v="1748" actId="20577"/>
          <ac:spMkLst>
            <pc:docMk/>
            <pc:sldMk cId="2620802210" sldId="2147470142"/>
            <ac:spMk id="65" creationId="{F6B49292-D5BE-62E3-D51C-84E362AAF649}"/>
          </ac:spMkLst>
        </pc:spChg>
        <pc:spChg chg="mod">
          <ac:chgData name="Aayush Kataria" userId="S::akataria@microsoft.com::57b34b44-de4a-4398-9328-57914553dafd" providerId="AD" clId="Web-{5ED61C3E-1EB3-FF88-B1A5-210D4440A237}" dt="2026-05-08T16:01:04.178" v="1892" actId="14100"/>
          <ac:spMkLst>
            <pc:docMk/>
            <pc:sldMk cId="2620802210" sldId="2147470142"/>
            <ac:spMk id="74" creationId="{DA8A6D80-7A37-6713-EB19-47AD6F27FF78}"/>
          </ac:spMkLst>
        </pc:spChg>
        <pc:spChg chg="mod">
          <ac:chgData name="Aayush Kataria" userId="S::akataria@microsoft.com::57b34b44-de4a-4398-9328-57914553dafd" providerId="AD" clId="Web-{5ED61C3E-1EB3-FF88-B1A5-210D4440A237}" dt="2026-05-08T16:00:43.631" v="1886" actId="20577"/>
          <ac:spMkLst>
            <pc:docMk/>
            <pc:sldMk cId="2620802210" sldId="2147470142"/>
            <ac:spMk id="78" creationId="{EA2137B5-86F2-E4E1-43AB-E84BE715AE27}"/>
          </ac:spMkLst>
        </pc:spChg>
        <pc:spChg chg="mod">
          <ac:chgData name="Aayush Kataria" userId="S::akataria@microsoft.com::57b34b44-de4a-4398-9328-57914553dafd" providerId="AD" clId="Web-{5ED61C3E-1EB3-FF88-B1A5-210D4440A237}" dt="2026-05-08T16:03:41.272" v="2066" actId="1076"/>
          <ac:spMkLst>
            <pc:docMk/>
            <pc:sldMk cId="2620802210" sldId="2147470142"/>
            <ac:spMk id="80" creationId="{DA50D2C7-F31A-30EF-D54C-CF23A929DC7C}"/>
          </ac:spMkLst>
        </pc:spChg>
        <pc:spChg chg="mod">
          <ac:chgData name="Aayush Kataria" userId="S::akataria@microsoft.com::57b34b44-de4a-4398-9328-57914553dafd" providerId="AD" clId="Web-{5ED61C3E-1EB3-FF88-B1A5-210D4440A237}" dt="2026-05-08T16:03:41.319" v="2068" actId="1076"/>
          <ac:spMkLst>
            <pc:docMk/>
            <pc:sldMk cId="2620802210" sldId="2147470142"/>
            <ac:spMk id="84" creationId="{BE19404F-2254-996B-DF63-D7409FF7C55E}"/>
          </ac:spMkLst>
        </pc:spChg>
        <pc:spChg chg="mod">
          <ac:chgData name="Aayush Kataria" userId="S::akataria@microsoft.com::57b34b44-de4a-4398-9328-57914553dafd" providerId="AD" clId="Web-{5ED61C3E-1EB3-FF88-B1A5-210D4440A237}" dt="2026-05-08T16:05:42.239" v="2227" actId="1076"/>
          <ac:spMkLst>
            <pc:docMk/>
            <pc:sldMk cId="2620802210" sldId="2147470142"/>
            <ac:spMk id="88" creationId="{F33F7781-D39B-555C-48E9-A4F7DE34FAAB}"/>
          </ac:spMkLst>
        </pc:spChg>
        <pc:spChg chg="mod">
          <ac:chgData name="Aayush Kataria" userId="S::akataria@microsoft.com::57b34b44-de4a-4398-9328-57914553dafd" providerId="AD" clId="Web-{5ED61C3E-1EB3-FF88-B1A5-210D4440A237}" dt="2026-05-08T16:05:49.692" v="2228" actId="1076"/>
          <ac:spMkLst>
            <pc:docMk/>
            <pc:sldMk cId="2620802210" sldId="2147470142"/>
            <ac:spMk id="92" creationId="{5F6C938A-9EEF-311A-BACE-566B8C124A81}"/>
          </ac:spMkLst>
        </pc:spChg>
      </pc:sldChg>
      <pc:sldChg chg="delSp modSp add replId modNotes">
        <pc:chgData name="Aayush Kataria" userId="S::akataria@microsoft.com::57b34b44-de4a-4398-9328-57914553dafd" providerId="AD" clId="Web-{5ED61C3E-1EB3-FF88-B1A5-210D4440A237}" dt="2026-05-08T18:51:25.032" v="2847"/>
        <pc:sldMkLst>
          <pc:docMk/>
          <pc:sldMk cId="4166010054" sldId="2147470143"/>
        </pc:sldMkLst>
        <pc:spChg chg="mod">
          <ac:chgData name="Aayush Kataria" userId="S::akataria@microsoft.com::57b34b44-de4a-4398-9328-57914553dafd" providerId="AD" clId="Web-{5ED61C3E-1EB3-FF88-B1A5-210D4440A237}" dt="2026-05-08T16:10:57.699" v="2289" actId="20577"/>
          <ac:spMkLst>
            <pc:docMk/>
            <pc:sldMk cId="4166010054" sldId="2147470143"/>
            <ac:spMk id="2" creationId="{FA7D6133-FD55-34AE-E7B4-8429E6EDC07E}"/>
          </ac:spMkLst>
        </pc:spChg>
        <pc:spChg chg="mod">
          <ac:chgData name="Aayush Kataria" userId="S::akataria@microsoft.com::57b34b44-de4a-4398-9328-57914553dafd" providerId="AD" clId="Web-{5ED61C3E-1EB3-FF88-B1A5-210D4440A237}" dt="2026-05-08T16:18:05.653" v="2468" actId="14100"/>
          <ac:spMkLst>
            <pc:docMk/>
            <pc:sldMk cId="4166010054" sldId="2147470143"/>
            <ac:spMk id="5" creationId="{500AF656-9A54-F557-34B5-D728DE050153}"/>
          </ac:spMkLst>
        </pc:spChg>
        <pc:spChg chg="mod">
          <ac:chgData name="Aayush Kataria" userId="S::akataria@microsoft.com::57b34b44-de4a-4398-9328-57914553dafd" providerId="AD" clId="Web-{5ED61C3E-1EB3-FF88-B1A5-210D4440A237}" dt="2026-05-08T16:21:32.017" v="2510" actId="20577"/>
          <ac:spMkLst>
            <pc:docMk/>
            <pc:sldMk cId="4166010054" sldId="2147470143"/>
            <ac:spMk id="7" creationId="{3BDD2ABF-9B2B-CE49-97D5-14051E281256}"/>
          </ac:spMkLst>
        </pc:spChg>
        <pc:spChg chg="mod">
          <ac:chgData name="Aayush Kataria" userId="S::akataria@microsoft.com::57b34b44-de4a-4398-9328-57914553dafd" providerId="AD" clId="Web-{5ED61C3E-1EB3-FF88-B1A5-210D4440A237}" dt="2026-05-08T16:23:33.514" v="2525" actId="20577"/>
          <ac:spMkLst>
            <pc:docMk/>
            <pc:sldMk cId="4166010054" sldId="2147470143"/>
            <ac:spMk id="9" creationId="{79B6B217-8F42-E59F-1962-4CA41AFF9346}"/>
          </ac:spMkLst>
        </pc:spChg>
        <pc:spChg chg="mod">
          <ac:chgData name="Aayush Kataria" userId="S::akataria@microsoft.com::57b34b44-de4a-4398-9328-57914553dafd" providerId="AD" clId="Web-{5ED61C3E-1EB3-FF88-B1A5-210D4440A237}" dt="2026-05-08T16:17:26.277" v="2460" actId="14100"/>
          <ac:spMkLst>
            <pc:docMk/>
            <pc:sldMk cId="4166010054" sldId="2147470143"/>
            <ac:spMk id="74" creationId="{575531A3-3C31-E2B5-F626-5E86125A0DA7}"/>
          </ac:spMkLst>
        </pc:spChg>
        <pc:spChg chg="mod">
          <ac:chgData name="Aayush Kataria" userId="S::akataria@microsoft.com::57b34b44-de4a-4398-9328-57914553dafd" providerId="AD" clId="Web-{5ED61C3E-1EB3-FF88-B1A5-210D4440A237}" dt="2026-05-08T16:12:09.719" v="2353" actId="14100"/>
          <ac:spMkLst>
            <pc:docMk/>
            <pc:sldMk cId="4166010054" sldId="2147470143"/>
            <ac:spMk id="76" creationId="{71DB08E0-3D29-745B-324E-17097BED7BED}"/>
          </ac:spMkLst>
        </pc:spChg>
        <pc:spChg chg="mod">
          <ac:chgData name="Aayush Kataria" userId="S::akataria@microsoft.com::57b34b44-de4a-4398-9328-57914553dafd" providerId="AD" clId="Web-{5ED61C3E-1EB3-FF88-B1A5-210D4440A237}" dt="2026-05-08T16:23:53.828" v="2527" actId="1076"/>
          <ac:spMkLst>
            <pc:docMk/>
            <pc:sldMk cId="4166010054" sldId="2147470143"/>
            <ac:spMk id="78" creationId="{596086F3-B64B-B53F-D15B-7278D15DCA90}"/>
          </ac:spMkLst>
        </pc:spChg>
        <pc:spChg chg="mod">
          <ac:chgData name="Aayush Kataria" userId="S::akataria@microsoft.com::57b34b44-de4a-4398-9328-57914553dafd" providerId="AD" clId="Web-{5ED61C3E-1EB3-FF88-B1A5-210D4440A237}" dt="2026-05-08T16:17:33.527" v="2461" actId="14100"/>
          <ac:spMkLst>
            <pc:docMk/>
            <pc:sldMk cId="4166010054" sldId="2147470143"/>
            <ac:spMk id="80" creationId="{D92B88DC-3E4D-FDE5-AC7A-35C6745578C4}"/>
          </ac:spMkLst>
        </pc:spChg>
        <pc:spChg chg="mod">
          <ac:chgData name="Aayush Kataria" userId="S::akataria@microsoft.com::57b34b44-de4a-4398-9328-57914553dafd" providerId="AD" clId="Web-{5ED61C3E-1EB3-FF88-B1A5-210D4440A237}" dt="2026-05-08T17:32:29.413" v="2722" actId="20577"/>
          <ac:spMkLst>
            <pc:docMk/>
            <pc:sldMk cId="4166010054" sldId="2147470143"/>
            <ac:spMk id="82" creationId="{8E83874D-8DD9-CB17-DA91-A2AFFEDF88A2}"/>
          </ac:spMkLst>
        </pc:spChg>
        <pc:spChg chg="mod">
          <ac:chgData name="Aayush Kataria" userId="S::akataria@microsoft.com::57b34b44-de4a-4398-9328-57914553dafd" providerId="AD" clId="Web-{5ED61C3E-1EB3-FF88-B1A5-210D4440A237}" dt="2026-05-08T16:20:15.617" v="2488" actId="20577"/>
          <ac:spMkLst>
            <pc:docMk/>
            <pc:sldMk cId="4166010054" sldId="2147470143"/>
            <ac:spMk id="84" creationId="{637EEDC6-F7FA-53A1-B1CB-F52B4F2F2A61}"/>
          </ac:spMkLst>
        </pc:spChg>
        <pc:spChg chg="mod">
          <ac:chgData name="Aayush Kataria" userId="S::akataria@microsoft.com::57b34b44-de4a-4398-9328-57914553dafd" providerId="AD" clId="Web-{5ED61C3E-1EB3-FF88-B1A5-210D4440A237}" dt="2026-05-08T16:17:57.246" v="2466" actId="14100"/>
          <ac:spMkLst>
            <pc:docMk/>
            <pc:sldMk cId="4166010054" sldId="2147470143"/>
            <ac:spMk id="88" creationId="{F1BE0040-1033-ACE9-CBA0-22A80FF60159}"/>
          </ac:spMkLst>
        </pc:spChg>
        <pc:spChg chg="mod">
          <ac:chgData name="Aayush Kataria" userId="S::akataria@microsoft.com::57b34b44-de4a-4398-9328-57914553dafd" providerId="AD" clId="Web-{5ED61C3E-1EB3-FF88-B1A5-210D4440A237}" dt="2026-05-08T16:21:31.596" v="2508" actId="20577"/>
          <ac:spMkLst>
            <pc:docMk/>
            <pc:sldMk cId="4166010054" sldId="2147470143"/>
            <ac:spMk id="90" creationId="{AC5BB7F9-DA8D-E4F8-5774-979F4EF1D19A}"/>
          </ac:spMkLst>
        </pc:spChg>
        <pc:spChg chg="mod">
          <ac:chgData name="Aayush Kataria" userId="S::akataria@microsoft.com::57b34b44-de4a-4398-9328-57914553dafd" providerId="AD" clId="Web-{5ED61C3E-1EB3-FF88-B1A5-210D4440A237}" dt="2026-05-08T16:21:11.421" v="2507" actId="20577"/>
          <ac:spMkLst>
            <pc:docMk/>
            <pc:sldMk cId="4166010054" sldId="2147470143"/>
            <ac:spMk id="92" creationId="{5F4443A4-A84A-15B6-435F-977703F746A3}"/>
          </ac:spMkLst>
        </pc:spChg>
      </pc:sldChg>
    </pc:docChg>
  </pc:docChgLst>
  <pc:docChgLst>
    <pc:chgData name="Aayush Kataria" userId="S::akataria@microsoft.com::57b34b44-de4a-4398-9328-57914553dafd" providerId="AD" clId="Web-{D4E33648-66FA-21B8-632F-A8549AB7189A}"/>
    <pc:docChg chg="modSld sldOrd">
      <pc:chgData name="Aayush Kataria" userId="S::akataria@microsoft.com::57b34b44-de4a-4398-9328-57914553dafd" providerId="AD" clId="Web-{D4E33648-66FA-21B8-632F-A8549AB7189A}" dt="2026-05-19T16:21:50.627" v="11" actId="20577"/>
      <pc:docMkLst>
        <pc:docMk/>
      </pc:docMkLst>
      <pc:sldChg chg="ord">
        <pc:chgData name="Aayush Kataria" userId="S::akataria@microsoft.com::57b34b44-de4a-4398-9328-57914553dafd" providerId="AD" clId="Web-{D4E33648-66FA-21B8-632F-A8549AB7189A}" dt="2026-05-19T16:21:31.048" v="5"/>
        <pc:sldMkLst>
          <pc:docMk/>
          <pc:sldMk cId="2620802210" sldId="2147470142"/>
        </pc:sldMkLst>
      </pc:sldChg>
      <pc:sldChg chg="modSp ord">
        <pc:chgData name="Aayush Kataria" userId="S::akataria@microsoft.com::57b34b44-de4a-4398-9328-57914553dafd" providerId="AD" clId="Web-{D4E33648-66FA-21B8-632F-A8549AB7189A}" dt="2026-05-19T16:21:33.985" v="6"/>
        <pc:sldMkLst>
          <pc:docMk/>
          <pc:sldMk cId="4166010054" sldId="2147470143"/>
        </pc:sldMkLst>
        <pc:spChg chg="mod">
          <ac:chgData name="Aayush Kataria" userId="S::akataria@microsoft.com::57b34b44-de4a-4398-9328-57914553dafd" providerId="AD" clId="Web-{D4E33648-66FA-21B8-632F-A8549AB7189A}" dt="2026-05-19T16:20:58.718" v="4" actId="20577"/>
          <ac:spMkLst>
            <pc:docMk/>
            <pc:sldMk cId="4166010054" sldId="2147470143"/>
            <ac:spMk id="10" creationId="{D94EC109-91C1-32E2-79BF-8B3199860688}"/>
          </ac:spMkLst>
        </pc:spChg>
        <pc:spChg chg="mod">
          <ac:chgData name="Aayush Kataria" userId="S::akataria@microsoft.com::57b34b44-de4a-4398-9328-57914553dafd" providerId="AD" clId="Web-{D4E33648-66FA-21B8-632F-A8549AB7189A}" dt="2026-05-19T16:20:42.139" v="3" actId="20577"/>
          <ac:spMkLst>
            <pc:docMk/>
            <pc:sldMk cId="4166010054" sldId="2147470143"/>
            <ac:spMk id="78" creationId="{596086F3-B64B-B53F-D15B-7278D15DCA90}"/>
          </ac:spMkLst>
        </pc:spChg>
      </pc:sldChg>
      <pc:sldChg chg="modSp">
        <pc:chgData name="Aayush Kataria" userId="S::akataria@microsoft.com::57b34b44-de4a-4398-9328-57914553dafd" providerId="AD" clId="Web-{D4E33648-66FA-21B8-632F-A8549AB7189A}" dt="2026-05-19T16:21:50.627" v="11" actId="20577"/>
        <pc:sldMkLst>
          <pc:docMk/>
          <pc:sldMk cId="496949392" sldId="2147470153"/>
        </pc:sldMkLst>
        <pc:spChg chg="mod">
          <ac:chgData name="Aayush Kataria" userId="S::akataria@microsoft.com::57b34b44-de4a-4398-9328-57914553dafd" providerId="AD" clId="Web-{D4E33648-66FA-21B8-632F-A8549AB7189A}" dt="2026-05-19T16:21:50.627" v="11" actId="20577"/>
          <ac:spMkLst>
            <pc:docMk/>
            <pc:sldMk cId="496949392" sldId="2147470153"/>
            <ac:spMk id="12" creationId="{B3F39C13-1D1E-0A16-8E62-60FEC8884DB9}"/>
          </ac:spMkLst>
        </pc:spChg>
      </pc:sldChg>
    </pc:docChg>
  </pc:docChgLst>
  <pc:docChgLst>
    <pc:chgData name="Aayush Kataria" userId="S::akataria@microsoft.com::57b34b44-de4a-4398-9328-57914553dafd" providerId="AD" clId="Web-{BCC879C1-33A9-04A6-683E-76DC611B42D4}"/>
    <pc:docChg chg="modSld">
      <pc:chgData name="Aayush Kataria" userId="S::akataria@microsoft.com::57b34b44-de4a-4398-9328-57914553dafd" providerId="AD" clId="Web-{BCC879C1-33A9-04A6-683E-76DC611B42D4}" dt="2026-05-11T17:20:36.919" v="162"/>
      <pc:docMkLst>
        <pc:docMk/>
      </pc:docMkLst>
      <pc:sldChg chg="addSp delSp modSp addAnim delAnim modNotes">
        <pc:chgData name="Aayush Kataria" userId="S::akataria@microsoft.com::57b34b44-de4a-4398-9328-57914553dafd" providerId="AD" clId="Web-{BCC879C1-33A9-04A6-683E-76DC611B42D4}" dt="2026-05-11T17:20:36.919" v="162"/>
        <pc:sldMkLst>
          <pc:docMk/>
          <pc:sldMk cId="556978701" sldId="2147470141"/>
        </pc:sldMkLst>
        <pc:spChg chg="mod">
          <ac:chgData name="Aayush Kataria" userId="S::akataria@microsoft.com::57b34b44-de4a-4398-9328-57914553dafd" providerId="AD" clId="Web-{BCC879C1-33A9-04A6-683E-76DC611B42D4}" dt="2026-05-10T16:18:13.868" v="150" actId="1076"/>
          <ac:spMkLst>
            <pc:docMk/>
            <pc:sldMk cId="556978701" sldId="2147470141"/>
            <ac:spMk id="3" creationId="{A6FE77B1-C411-2A14-407D-7F4564CF2A54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8:13.868" v="151" actId="1076"/>
          <ac:spMkLst>
            <pc:docMk/>
            <pc:sldMk cId="556978701" sldId="2147470141"/>
            <ac:spMk id="5" creationId="{B3BE1FE3-152F-9FD9-B691-9878A363BB57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8:13.884" v="152" actId="1076"/>
          <ac:spMkLst>
            <pc:docMk/>
            <pc:sldMk cId="556978701" sldId="2147470141"/>
            <ac:spMk id="6" creationId="{B65FB8F5-E86F-7908-5380-6C5FA1DD20CC}"/>
          </ac:spMkLst>
        </pc:spChg>
        <pc:spChg chg="add mod">
          <ac:chgData name="Aayush Kataria" userId="S::akataria@microsoft.com::57b34b44-de4a-4398-9328-57914553dafd" providerId="AD" clId="Web-{BCC879C1-33A9-04A6-683E-76DC611B42D4}" dt="2026-05-10T16:15:11.910" v="115" actId="1076"/>
          <ac:spMkLst>
            <pc:docMk/>
            <pc:sldMk cId="556978701" sldId="2147470141"/>
            <ac:spMk id="7" creationId="{DA58510E-6646-228C-0044-DD86E699A361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8:13.884" v="153" actId="1076"/>
          <ac:spMkLst>
            <pc:docMk/>
            <pc:sldMk cId="556978701" sldId="2147470141"/>
            <ac:spMk id="8" creationId="{86981B05-37E5-601F-5FFD-115598A66EF5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5:11.878" v="111" actId="1076"/>
          <ac:spMkLst>
            <pc:docMk/>
            <pc:sldMk cId="556978701" sldId="2147470141"/>
            <ac:spMk id="9" creationId="{57CFE7EF-5D6C-F64A-3F71-4113775633B3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5:11.878" v="112" actId="1076"/>
          <ac:spMkLst>
            <pc:docMk/>
            <pc:sldMk cId="556978701" sldId="2147470141"/>
            <ac:spMk id="10" creationId="{AF3AFFD6-E23F-44E3-81BC-20B7A3383CC6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5:11.894" v="113" actId="1076"/>
          <ac:spMkLst>
            <pc:docMk/>
            <pc:sldMk cId="556978701" sldId="2147470141"/>
            <ac:spMk id="11" creationId="{7C175FE4-4417-90B1-A8FF-8062CDD9DC5A}"/>
          </ac:spMkLst>
        </pc:spChg>
        <pc:spChg chg="add mod">
          <ac:chgData name="Aayush Kataria" userId="S::akataria@microsoft.com::57b34b44-de4a-4398-9328-57914553dafd" providerId="AD" clId="Web-{BCC879C1-33A9-04A6-683E-76DC611B42D4}" dt="2026-05-10T16:15:11.925" v="116" actId="1076"/>
          <ac:spMkLst>
            <pc:docMk/>
            <pc:sldMk cId="556978701" sldId="2147470141"/>
            <ac:spMk id="13" creationId="{B923EC65-B722-61B4-C738-81972016CEFF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5:11.894" v="114" actId="1076"/>
          <ac:spMkLst>
            <pc:docMk/>
            <pc:sldMk cId="556978701" sldId="2147470141"/>
            <ac:spMk id="32" creationId="{41BDD47F-4896-736C-36BF-E2DFAD021BFB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6:03.958" v="131" actId="20577"/>
          <ac:spMkLst>
            <pc:docMk/>
            <pc:sldMk cId="556978701" sldId="2147470141"/>
            <ac:spMk id="78" creationId="{87FB78CA-9C23-6575-AAA2-C81658978985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5:46.880" v="121" actId="14100"/>
          <ac:spMkLst>
            <pc:docMk/>
            <pc:sldMk cId="556978701" sldId="2147470141"/>
            <ac:spMk id="84" creationId="{C458BAD6-847F-288B-8F68-A9CA3EE7D958}"/>
          </ac:spMkLst>
        </pc:spChg>
        <pc:spChg chg="mod">
          <ac:chgData name="Aayush Kataria" userId="S::akataria@microsoft.com::57b34b44-de4a-4398-9328-57914553dafd" providerId="AD" clId="Web-{BCC879C1-33A9-04A6-683E-76DC611B42D4}" dt="2026-05-10T16:15:11.863" v="110" actId="1076"/>
          <ac:spMkLst>
            <pc:docMk/>
            <pc:sldMk cId="556978701" sldId="2147470141"/>
            <ac:spMk id="92" creationId="{AB5F3BDC-B392-489B-C996-12B67227E27D}"/>
          </ac:spMkLst>
        </pc:spChg>
        <pc:picChg chg="mod ord">
          <ac:chgData name="Aayush Kataria" userId="S::akataria@microsoft.com::57b34b44-de4a-4398-9328-57914553dafd" providerId="AD" clId="Web-{BCC879C1-33A9-04A6-683E-76DC611B42D4}" dt="2026-05-10T16:15:11.941" v="119" actId="1076"/>
          <ac:picMkLst>
            <pc:docMk/>
            <pc:sldMk cId="556978701" sldId="2147470141"/>
            <ac:picMk id="16" creationId="{A7ED4361-8E15-9D3F-D378-3BE24628F00D}"/>
          </ac:picMkLst>
        </pc:picChg>
        <pc:picChg chg="mod ord">
          <ac:chgData name="Aayush Kataria" userId="S::akataria@microsoft.com::57b34b44-de4a-4398-9328-57914553dafd" providerId="AD" clId="Web-{BCC879C1-33A9-04A6-683E-76DC611B42D4}" dt="2026-05-10T16:15:11.941" v="118" actId="1076"/>
          <ac:picMkLst>
            <pc:docMk/>
            <pc:sldMk cId="556978701" sldId="2147470141"/>
            <ac:picMk id="17" creationId="{930BD787-C425-A297-E702-C556AB4714E1}"/>
          </ac:picMkLst>
        </pc:picChg>
        <pc:picChg chg="mod ord">
          <ac:chgData name="Aayush Kataria" userId="S::akataria@microsoft.com::57b34b44-de4a-4398-9328-57914553dafd" providerId="AD" clId="Web-{BCC879C1-33A9-04A6-683E-76DC611B42D4}" dt="2026-05-10T16:15:11.925" v="117" actId="1076"/>
          <ac:picMkLst>
            <pc:docMk/>
            <pc:sldMk cId="556978701" sldId="2147470141"/>
            <ac:picMk id="18" creationId="{AD0FBE98-A186-3E2F-ACCD-152B9AC1F32C}"/>
          </ac:picMkLst>
        </pc:picChg>
        <pc:cxnChg chg="add mod">
          <ac:chgData name="Aayush Kataria" userId="S::akataria@microsoft.com::57b34b44-de4a-4398-9328-57914553dafd" providerId="AD" clId="Web-{BCC879C1-33A9-04A6-683E-76DC611B42D4}" dt="2026-05-10T16:18:13.900" v="154" actId="1076"/>
          <ac:cxnSpMkLst>
            <pc:docMk/>
            <pc:sldMk cId="556978701" sldId="2147470141"/>
            <ac:cxnSpMk id="4" creationId="{B3CBCB0F-7AEF-505E-7718-43598791700C}"/>
          </ac:cxnSpMkLst>
        </pc:cxnChg>
      </pc:sldChg>
    </pc:docChg>
  </pc:docChgLst>
  <pc:docChgLst>
    <pc:chgData name="Justine Cocchi" userId="64429cd7-e40c-4b9e-9576-0e3e821bcb37" providerId="ADAL" clId="{3C686367-CC1C-4F05-AEA3-200CA9783E60}"/>
    <pc:docChg chg="undo custSel addSld delSld modSld sldOrd">
      <pc:chgData name="Justine Cocchi" userId="64429cd7-e40c-4b9e-9576-0e3e821bcb37" providerId="ADAL" clId="{3C686367-CC1C-4F05-AEA3-200CA9783E60}" dt="2026-05-19T17:51:45.757" v="8700" actId="1076"/>
      <pc:docMkLst>
        <pc:docMk/>
      </pc:docMkLst>
      <pc:sldChg chg="delSp modSp mod modClrScheme modShow chgLayout">
        <pc:chgData name="Justine Cocchi" userId="64429cd7-e40c-4b9e-9576-0e3e821bcb37" providerId="ADAL" clId="{3C686367-CC1C-4F05-AEA3-200CA9783E60}" dt="2026-05-11T16:49:25.425" v="8631" actId="729"/>
        <pc:sldMkLst>
          <pc:docMk/>
          <pc:sldMk cId="1608951379" sldId="256"/>
        </pc:sldMkLst>
        <pc:spChg chg="mod ord">
          <ac:chgData name="Justine Cocchi" userId="64429cd7-e40c-4b9e-9576-0e3e821bcb37" providerId="ADAL" clId="{3C686367-CC1C-4F05-AEA3-200CA9783E60}" dt="2026-05-07T17:53:06.392" v="2" actId="700"/>
          <ac:spMkLst>
            <pc:docMk/>
            <pc:sldMk cId="1608951379" sldId="256"/>
            <ac:spMk id="2" creationId="{1B2908E3-A23E-5F26-930E-BC27DBA552F9}"/>
          </ac:spMkLst>
        </pc:spChg>
      </pc:sldChg>
      <pc:sldChg chg="modSp add mod ord modAnim modShow modNotesTx">
        <pc:chgData name="Justine Cocchi" userId="64429cd7-e40c-4b9e-9576-0e3e821bcb37" providerId="ADAL" clId="{3C686367-CC1C-4F05-AEA3-200CA9783E60}" dt="2026-05-10T06:19:21.730" v="8153" actId="729"/>
        <pc:sldMkLst>
          <pc:docMk/>
          <pc:sldMk cId="1840577431" sldId="286"/>
        </pc:sldMkLst>
        <pc:spChg chg="mod">
          <ac:chgData name="Justine Cocchi" userId="64429cd7-e40c-4b9e-9576-0e3e821bcb37" providerId="ADAL" clId="{3C686367-CC1C-4F05-AEA3-200CA9783E60}" dt="2026-05-08T03:10:51.701" v="900" actId="207"/>
          <ac:spMkLst>
            <pc:docMk/>
            <pc:sldMk cId="1840577431" sldId="286"/>
            <ac:spMk id="5" creationId="{C4C4A6D1-8F15-A623-42F7-4CB950AF8905}"/>
          </ac:spMkLst>
        </pc:spChg>
        <pc:spChg chg="mod">
          <ac:chgData name="Justine Cocchi" userId="64429cd7-e40c-4b9e-9576-0e3e821bcb37" providerId="ADAL" clId="{3C686367-CC1C-4F05-AEA3-200CA9783E60}" dt="2026-05-08T05:14:25.158" v="2461" actId="20577"/>
          <ac:spMkLst>
            <pc:docMk/>
            <pc:sldMk cId="1840577431" sldId="286"/>
            <ac:spMk id="6" creationId="{BC468CC6-FE5E-3A25-D57F-0E535A3BDC08}"/>
          </ac:spMkLst>
        </pc:spChg>
        <pc:spChg chg="mod">
          <ac:chgData name="Justine Cocchi" userId="64429cd7-e40c-4b9e-9576-0e3e821bcb37" providerId="ADAL" clId="{3C686367-CC1C-4F05-AEA3-200CA9783E60}" dt="2026-05-08T05:10:20.213" v="2446" actId="207"/>
          <ac:spMkLst>
            <pc:docMk/>
            <pc:sldMk cId="1840577431" sldId="286"/>
            <ac:spMk id="15" creationId="{8B688A51-8F7D-5A8D-D2F0-9B0F3740A211}"/>
          </ac:spMkLst>
        </pc:spChg>
        <pc:spChg chg="mod">
          <ac:chgData name="Justine Cocchi" userId="64429cd7-e40c-4b9e-9576-0e3e821bcb37" providerId="ADAL" clId="{3C686367-CC1C-4F05-AEA3-200CA9783E60}" dt="2026-05-08T03:10:51.701" v="900" actId="207"/>
          <ac:spMkLst>
            <pc:docMk/>
            <pc:sldMk cId="1840577431" sldId="286"/>
            <ac:spMk id="24" creationId="{107AF24C-B394-55F4-405A-13BFA3EF25BD}"/>
          </ac:spMkLst>
        </pc:spChg>
        <pc:spChg chg="mod">
          <ac:chgData name="Justine Cocchi" userId="64429cd7-e40c-4b9e-9576-0e3e821bcb37" providerId="ADAL" clId="{3C686367-CC1C-4F05-AEA3-200CA9783E60}" dt="2026-05-08T03:10:51.701" v="900" actId="207"/>
          <ac:spMkLst>
            <pc:docMk/>
            <pc:sldMk cId="1840577431" sldId="286"/>
            <ac:spMk id="25" creationId="{B7381DD0-AA5E-895B-6647-D0B665476248}"/>
          </ac:spMkLst>
        </pc:spChg>
        <pc:spChg chg="mod">
          <ac:chgData name="Justine Cocchi" userId="64429cd7-e40c-4b9e-9576-0e3e821bcb37" providerId="ADAL" clId="{3C686367-CC1C-4F05-AEA3-200CA9783E60}" dt="2026-05-08T03:10:42.210" v="899" actId="207"/>
          <ac:spMkLst>
            <pc:docMk/>
            <pc:sldMk cId="1840577431" sldId="286"/>
            <ac:spMk id="30" creationId="{4DFE6715-0F2C-736C-3316-18FCFBE3F476}"/>
          </ac:spMkLst>
        </pc:spChg>
        <pc:spChg chg="mod">
          <ac:chgData name="Justine Cocchi" userId="64429cd7-e40c-4b9e-9576-0e3e821bcb37" providerId="ADAL" clId="{3C686367-CC1C-4F05-AEA3-200CA9783E60}" dt="2026-05-08T03:11:01.531" v="902" actId="207"/>
          <ac:spMkLst>
            <pc:docMk/>
            <pc:sldMk cId="1840577431" sldId="286"/>
            <ac:spMk id="50" creationId="{125C7F22-73DD-9A0F-2D39-89334E7D9651}"/>
          </ac:spMkLst>
        </pc:spChg>
        <pc:spChg chg="mod">
          <ac:chgData name="Justine Cocchi" userId="64429cd7-e40c-4b9e-9576-0e3e821bcb37" providerId="ADAL" clId="{3C686367-CC1C-4F05-AEA3-200CA9783E60}" dt="2026-05-08T05:09:58.357" v="2442" actId="207"/>
          <ac:spMkLst>
            <pc:docMk/>
            <pc:sldMk cId="1840577431" sldId="286"/>
            <ac:spMk id="55" creationId="{AC85D144-BCF0-B3B2-78B6-F9896CA69AF8}"/>
          </ac:spMkLst>
        </pc:spChg>
        <pc:spChg chg="mod">
          <ac:chgData name="Justine Cocchi" userId="64429cd7-e40c-4b9e-9576-0e3e821bcb37" providerId="ADAL" clId="{3C686367-CC1C-4F05-AEA3-200CA9783E60}" dt="2026-05-08T03:11:01.531" v="902" actId="207"/>
          <ac:spMkLst>
            <pc:docMk/>
            <pc:sldMk cId="1840577431" sldId="286"/>
            <ac:spMk id="88" creationId="{E6CE24CD-3313-8F4B-39CC-A2B8B3A6363C}"/>
          </ac:spMkLst>
        </pc:spChg>
        <pc:spChg chg="mod">
          <ac:chgData name="Justine Cocchi" userId="64429cd7-e40c-4b9e-9576-0e3e821bcb37" providerId="ADAL" clId="{3C686367-CC1C-4F05-AEA3-200CA9783E60}" dt="2026-05-08T05:10:02.434" v="2443" actId="207"/>
          <ac:spMkLst>
            <pc:docMk/>
            <pc:sldMk cId="1840577431" sldId="286"/>
            <ac:spMk id="95" creationId="{E18763A9-A565-28B2-E43A-308BABE27E3A}"/>
          </ac:spMkLst>
        </pc:spChg>
        <pc:spChg chg="mod">
          <ac:chgData name="Justine Cocchi" userId="64429cd7-e40c-4b9e-9576-0e3e821bcb37" providerId="ADAL" clId="{3C686367-CC1C-4F05-AEA3-200CA9783E60}" dt="2026-05-08T03:10:56.163" v="901" actId="207"/>
          <ac:spMkLst>
            <pc:docMk/>
            <pc:sldMk cId="1840577431" sldId="286"/>
            <ac:spMk id="96" creationId="{9185B6E8-D1E6-4C29-B183-889476D38B59}"/>
          </ac:spMkLst>
        </pc:spChg>
        <pc:spChg chg="mod">
          <ac:chgData name="Justine Cocchi" userId="64429cd7-e40c-4b9e-9576-0e3e821bcb37" providerId="ADAL" clId="{3C686367-CC1C-4F05-AEA3-200CA9783E60}" dt="2026-05-08T03:10:56.163" v="901" actId="207"/>
          <ac:spMkLst>
            <pc:docMk/>
            <pc:sldMk cId="1840577431" sldId="286"/>
            <ac:spMk id="101" creationId="{2F2D68A3-97C6-AF25-7D5A-BB2C05BDAD3B}"/>
          </ac:spMkLst>
        </pc:spChg>
        <pc:spChg chg="mod">
          <ac:chgData name="Justine Cocchi" userId="64429cd7-e40c-4b9e-9576-0e3e821bcb37" providerId="ADAL" clId="{3C686367-CC1C-4F05-AEA3-200CA9783E60}" dt="2026-05-08T03:10:56.163" v="901" actId="207"/>
          <ac:spMkLst>
            <pc:docMk/>
            <pc:sldMk cId="1840577431" sldId="286"/>
            <ac:spMk id="102" creationId="{A45E4C1E-960F-7417-AFD1-103C1C34F714}"/>
          </ac:spMkLst>
        </pc:spChg>
        <pc:spChg chg="mod">
          <ac:chgData name="Justine Cocchi" userId="64429cd7-e40c-4b9e-9576-0e3e821bcb37" providerId="ADAL" clId="{3C686367-CC1C-4F05-AEA3-200CA9783E60}" dt="2026-05-08T03:16:05.957" v="904" actId="20577"/>
          <ac:spMkLst>
            <pc:docMk/>
            <pc:sldMk cId="1840577431" sldId="286"/>
            <ac:spMk id="105" creationId="{B5010B06-280E-C25C-8B49-9841CDE57C61}"/>
          </ac:spMkLst>
        </pc:spChg>
        <pc:spChg chg="mod">
          <ac:chgData name="Justine Cocchi" userId="64429cd7-e40c-4b9e-9576-0e3e821bcb37" providerId="ADAL" clId="{3C686367-CC1C-4F05-AEA3-200CA9783E60}" dt="2026-05-08T03:11:01.531" v="902" actId="207"/>
          <ac:spMkLst>
            <pc:docMk/>
            <pc:sldMk cId="1840577431" sldId="286"/>
            <ac:spMk id="108" creationId="{905C629F-2768-1699-01B7-6DC295C1ED14}"/>
          </ac:spMkLst>
        </pc:spChg>
        <pc:spChg chg="mod">
          <ac:chgData name="Justine Cocchi" userId="64429cd7-e40c-4b9e-9576-0e3e821bcb37" providerId="ADAL" clId="{3C686367-CC1C-4F05-AEA3-200CA9783E60}" dt="2026-05-08T03:10:31.835" v="896" actId="207"/>
          <ac:spMkLst>
            <pc:docMk/>
            <pc:sldMk cId="1840577431" sldId="286"/>
            <ac:spMk id="138" creationId="{4687BEC6-0C79-7620-DC19-BB01126C5C21}"/>
          </ac:spMkLst>
        </pc:spChg>
        <pc:spChg chg="mod">
          <ac:chgData name="Justine Cocchi" userId="64429cd7-e40c-4b9e-9576-0e3e821bcb37" providerId="ADAL" clId="{3C686367-CC1C-4F05-AEA3-200CA9783E60}" dt="2026-05-08T03:10:40.280" v="898" actId="207"/>
          <ac:spMkLst>
            <pc:docMk/>
            <pc:sldMk cId="1840577431" sldId="286"/>
            <ac:spMk id="143" creationId="{7AA526AC-3CF4-DAA2-1C35-D5DBAC49D2C2}"/>
          </ac:spMkLst>
        </pc:spChg>
        <pc:spChg chg="mod">
          <ac:chgData name="Justine Cocchi" userId="64429cd7-e40c-4b9e-9576-0e3e821bcb37" providerId="ADAL" clId="{3C686367-CC1C-4F05-AEA3-200CA9783E60}" dt="2026-05-08T05:10:08.176" v="2444" actId="207"/>
          <ac:spMkLst>
            <pc:docMk/>
            <pc:sldMk cId="1840577431" sldId="286"/>
            <ac:spMk id="146" creationId="{D2FFABB6-132A-51C8-7861-E2D924D5D0FF}"/>
          </ac:spMkLst>
        </pc:spChg>
        <pc:picChg chg="mod">
          <ac:chgData name="Justine Cocchi" userId="64429cd7-e40c-4b9e-9576-0e3e821bcb37" providerId="ADAL" clId="{3C686367-CC1C-4F05-AEA3-200CA9783E60}" dt="2026-05-08T03:10:26.555" v="894" actId="207"/>
          <ac:picMkLst>
            <pc:docMk/>
            <pc:sldMk cId="1840577431" sldId="286"/>
            <ac:picMk id="73" creationId="{098E11B6-D70E-E6DF-DF71-1AFAE66D7CEE}"/>
          </ac:picMkLst>
        </pc:picChg>
        <pc:picChg chg="mod">
          <ac:chgData name="Justine Cocchi" userId="64429cd7-e40c-4b9e-9576-0e3e821bcb37" providerId="ADAL" clId="{3C686367-CC1C-4F05-AEA3-200CA9783E60}" dt="2026-05-08T03:10:35.353" v="897" actId="207"/>
          <ac:picMkLst>
            <pc:docMk/>
            <pc:sldMk cId="1840577431" sldId="286"/>
            <ac:picMk id="139" creationId="{6A056E84-8ACB-158C-F8D8-6945BBB06D5A}"/>
          </ac:picMkLst>
        </pc:picChg>
        <pc:cxnChg chg="mod">
          <ac:chgData name="Justine Cocchi" userId="64429cd7-e40c-4b9e-9576-0e3e821bcb37" providerId="ADAL" clId="{3C686367-CC1C-4F05-AEA3-200CA9783E60}" dt="2026-05-08T03:10:56.163" v="901" actId="207"/>
          <ac:cxnSpMkLst>
            <pc:docMk/>
            <pc:sldMk cId="1840577431" sldId="286"/>
            <ac:cxnSpMk id="145" creationId="{0E2C46AA-9AD6-5E5B-46F7-BF1A5E8B4525}"/>
          </ac:cxnSpMkLst>
        </pc:cxnChg>
      </pc:sldChg>
      <pc:sldChg chg="addSp delSp modSp add mod chgLayout modNotesTx">
        <pc:chgData name="Justine Cocchi" userId="64429cd7-e40c-4b9e-9576-0e3e821bcb37" providerId="ADAL" clId="{3C686367-CC1C-4F05-AEA3-200CA9783E60}" dt="2026-05-08T05:15:41.220" v="2493" actId="1076"/>
        <pc:sldMkLst>
          <pc:docMk/>
          <pc:sldMk cId="1286442643" sldId="291"/>
        </pc:sldMkLst>
        <pc:spChg chg="mod ord">
          <ac:chgData name="Justine Cocchi" userId="64429cd7-e40c-4b9e-9576-0e3e821bcb37" providerId="ADAL" clId="{3C686367-CC1C-4F05-AEA3-200CA9783E60}" dt="2026-05-08T05:15:41.220" v="2493" actId="1076"/>
          <ac:spMkLst>
            <pc:docMk/>
            <pc:sldMk cId="1286442643" sldId="291"/>
            <ac:spMk id="2" creationId="{F2C64459-FEAE-BE45-AE7D-E0FE2F40F64B}"/>
          </ac:spMkLst>
        </pc:spChg>
        <pc:spChg chg="mod ord">
          <ac:chgData name="Justine Cocchi" userId="64429cd7-e40c-4b9e-9576-0e3e821bcb37" providerId="ADAL" clId="{3C686367-CC1C-4F05-AEA3-200CA9783E60}" dt="2026-05-08T05:10:34.226" v="2448" actId="207"/>
          <ac:spMkLst>
            <pc:docMk/>
            <pc:sldMk cId="1286442643" sldId="291"/>
            <ac:spMk id="6" creationId="{1AD15C76-BCE9-C80C-B91E-BCAA15297396}"/>
          </ac:spMkLst>
        </pc:spChg>
        <pc:spChg chg="add del mod">
          <ac:chgData name="Justine Cocchi" userId="64429cd7-e40c-4b9e-9576-0e3e821bcb37" providerId="ADAL" clId="{3C686367-CC1C-4F05-AEA3-200CA9783E60}" dt="2026-05-08T05:10:29.839" v="2447" actId="207"/>
          <ac:spMkLst>
            <pc:docMk/>
            <pc:sldMk cId="1286442643" sldId="291"/>
            <ac:spMk id="10" creationId="{F1263B4A-1D82-B8A9-F85C-F711877DB947}"/>
          </ac:spMkLst>
        </pc:spChg>
        <pc:spChg chg="mod">
          <ac:chgData name="Justine Cocchi" userId="64429cd7-e40c-4b9e-9576-0e3e821bcb37" providerId="ADAL" clId="{3C686367-CC1C-4F05-AEA3-200CA9783E60}" dt="2026-05-08T05:10:58.645" v="2449" actId="207"/>
          <ac:spMkLst>
            <pc:docMk/>
            <pc:sldMk cId="1286442643" sldId="291"/>
            <ac:spMk id="15" creationId="{B853A04D-1B00-7759-4EA1-D54E4EFE6F46}"/>
          </ac:spMkLst>
        </pc:spChg>
        <pc:spChg chg="mod">
          <ac:chgData name="Justine Cocchi" userId="64429cd7-e40c-4b9e-9576-0e3e821bcb37" providerId="ADAL" clId="{3C686367-CC1C-4F05-AEA3-200CA9783E60}" dt="2026-05-08T05:10:58.645" v="2449" actId="207"/>
          <ac:spMkLst>
            <pc:docMk/>
            <pc:sldMk cId="1286442643" sldId="291"/>
            <ac:spMk id="17" creationId="{DD53A07F-187E-2E96-DF99-6AE9303AE3F1}"/>
          </ac:spMkLst>
        </pc:spChg>
        <pc:spChg chg="mod">
          <ac:chgData name="Justine Cocchi" userId="64429cd7-e40c-4b9e-9576-0e3e821bcb37" providerId="ADAL" clId="{3C686367-CC1C-4F05-AEA3-200CA9783E60}" dt="2026-05-08T05:10:58.645" v="2449" actId="207"/>
          <ac:spMkLst>
            <pc:docMk/>
            <pc:sldMk cId="1286442643" sldId="291"/>
            <ac:spMk id="18" creationId="{6478F68E-EB44-87B7-971F-D7801649954A}"/>
          </ac:spMkLst>
        </pc:spChg>
        <pc:spChg chg="mod">
          <ac:chgData name="Justine Cocchi" userId="64429cd7-e40c-4b9e-9576-0e3e821bcb37" providerId="ADAL" clId="{3C686367-CC1C-4F05-AEA3-200CA9783E60}" dt="2026-05-08T05:10:58.645" v="2449" actId="207"/>
          <ac:spMkLst>
            <pc:docMk/>
            <pc:sldMk cId="1286442643" sldId="291"/>
            <ac:spMk id="19" creationId="{FB2256F5-F6FE-A086-E5F9-8A4E1EDDBFF5}"/>
          </ac:spMkLst>
        </pc:spChg>
        <pc:spChg chg="mod">
          <ac:chgData name="Justine Cocchi" userId="64429cd7-e40c-4b9e-9576-0e3e821bcb37" providerId="ADAL" clId="{3C686367-CC1C-4F05-AEA3-200CA9783E60}" dt="2026-05-08T05:10:58.645" v="2449" actId="207"/>
          <ac:spMkLst>
            <pc:docMk/>
            <pc:sldMk cId="1286442643" sldId="291"/>
            <ac:spMk id="20" creationId="{3955418E-73B3-DE0D-C4D7-05DB7541FC8E}"/>
          </ac:spMkLst>
        </pc:spChg>
        <pc:spChg chg="mod">
          <ac:chgData name="Justine Cocchi" userId="64429cd7-e40c-4b9e-9576-0e3e821bcb37" providerId="ADAL" clId="{3C686367-CC1C-4F05-AEA3-200CA9783E60}" dt="2026-05-08T05:10:58.645" v="2449" actId="207"/>
          <ac:spMkLst>
            <pc:docMk/>
            <pc:sldMk cId="1286442643" sldId="291"/>
            <ac:spMk id="21" creationId="{FEDB4471-B4C0-60B1-7677-28BF1BA6E4F5}"/>
          </ac:spMkLst>
        </pc:spChg>
        <pc:spChg chg="mod">
          <ac:chgData name="Justine Cocchi" userId="64429cd7-e40c-4b9e-9576-0e3e821bcb37" providerId="ADAL" clId="{3C686367-CC1C-4F05-AEA3-200CA9783E60}" dt="2026-05-08T05:11:26.182" v="2451" actId="1582"/>
          <ac:spMkLst>
            <pc:docMk/>
            <pc:sldMk cId="1286442643" sldId="291"/>
            <ac:spMk id="27" creationId="{AA853AB2-96D4-8D7E-2C17-C83FC203E53F}"/>
          </ac:spMkLst>
        </pc:spChg>
        <pc:spChg chg="mod">
          <ac:chgData name="Justine Cocchi" userId="64429cd7-e40c-4b9e-9576-0e3e821bcb37" providerId="ADAL" clId="{3C686367-CC1C-4F05-AEA3-200CA9783E60}" dt="2026-05-08T05:10:58.645" v="2449" actId="207"/>
          <ac:spMkLst>
            <pc:docMk/>
            <pc:sldMk cId="1286442643" sldId="291"/>
            <ac:spMk id="28" creationId="{0B7C801B-6563-D47C-F95D-06726E17A68C}"/>
          </ac:spMkLst>
        </pc:spChg>
        <pc:spChg chg="mod">
          <ac:chgData name="Justine Cocchi" userId="64429cd7-e40c-4b9e-9576-0e3e821bcb37" providerId="ADAL" clId="{3C686367-CC1C-4F05-AEA3-200CA9783E60}" dt="2026-05-08T05:11:32.602" v="2452" actId="1582"/>
          <ac:spMkLst>
            <pc:docMk/>
            <pc:sldMk cId="1286442643" sldId="291"/>
            <ac:spMk id="34" creationId="{92A2F482-3AE0-BEFD-6E40-6CFA4CA53596}"/>
          </ac:spMkLst>
        </pc:spChg>
        <pc:picChg chg="mod">
          <ac:chgData name="Justine Cocchi" userId="64429cd7-e40c-4b9e-9576-0e3e821bcb37" providerId="ADAL" clId="{3C686367-CC1C-4F05-AEA3-200CA9783E60}" dt="2026-05-08T05:03:43.939" v="2368" actId="207"/>
          <ac:picMkLst>
            <pc:docMk/>
            <pc:sldMk cId="1286442643" sldId="291"/>
            <ac:picMk id="33" creationId="{B8566070-05EF-C857-F649-FAC2E1C745BF}"/>
          </ac:picMkLst>
        </pc:picChg>
        <pc:cxnChg chg="mod">
          <ac:chgData name="Justine Cocchi" userId="64429cd7-e40c-4b9e-9576-0e3e821bcb37" providerId="ADAL" clId="{3C686367-CC1C-4F05-AEA3-200CA9783E60}" dt="2026-05-08T05:11:13.574" v="2450" actId="1582"/>
          <ac:cxnSpMkLst>
            <pc:docMk/>
            <pc:sldMk cId="1286442643" sldId="291"/>
            <ac:cxnSpMk id="11" creationId="{4DACBD22-B85E-2551-A9E8-B595093E5076}"/>
          </ac:cxnSpMkLst>
        </pc:cxnChg>
      </pc:sldChg>
      <pc:sldChg chg="addSp delSp modSp add mod ord delAnim modAnim chgLayout modNotesTx">
        <pc:chgData name="Justine Cocchi" userId="64429cd7-e40c-4b9e-9576-0e3e821bcb37" providerId="ADAL" clId="{3C686367-CC1C-4F05-AEA3-200CA9783E60}" dt="2026-05-11T19:40:29.434" v="8694" actId="20577"/>
        <pc:sldMkLst>
          <pc:docMk/>
          <pc:sldMk cId="2065187648" sldId="298"/>
        </pc:sldMkLst>
        <pc:spChg chg="mod">
          <ac:chgData name="Justine Cocchi" userId="64429cd7-e40c-4b9e-9576-0e3e821bcb37" providerId="ADAL" clId="{3C686367-CC1C-4F05-AEA3-200CA9783E60}" dt="2026-05-08T04:39:00.978" v="1624" actId="1076"/>
          <ac:spMkLst>
            <pc:docMk/>
            <pc:sldMk cId="2065187648" sldId="298"/>
            <ac:spMk id="5" creationId="{FF97F958-0939-BFE4-D45D-7188C64730AC}"/>
          </ac:spMkLst>
        </pc:spChg>
        <pc:spChg chg="mod">
          <ac:chgData name="Justine Cocchi" userId="64429cd7-e40c-4b9e-9576-0e3e821bcb37" providerId="ADAL" clId="{3C686367-CC1C-4F05-AEA3-200CA9783E60}" dt="2026-05-08T04:38:45.317" v="1623" actId="1076"/>
          <ac:spMkLst>
            <pc:docMk/>
            <pc:sldMk cId="2065187648" sldId="298"/>
            <ac:spMk id="6" creationId="{3A8191B8-0BCB-AA75-9EF7-E3CA2A20518C}"/>
          </ac:spMkLst>
        </pc:spChg>
        <pc:spChg chg="mod">
          <ac:chgData name="Justine Cocchi" userId="64429cd7-e40c-4b9e-9576-0e3e821bcb37" providerId="ADAL" clId="{3C686367-CC1C-4F05-AEA3-200CA9783E60}" dt="2026-05-08T04:38:42.625" v="1622" actId="1076"/>
          <ac:spMkLst>
            <pc:docMk/>
            <pc:sldMk cId="2065187648" sldId="298"/>
            <ac:spMk id="10" creationId="{835CD3DC-BFFB-522E-CFFF-3DD3FAB87343}"/>
          </ac:spMkLst>
        </pc:spChg>
        <pc:spChg chg="mod">
          <ac:chgData name="Justine Cocchi" userId="64429cd7-e40c-4b9e-9576-0e3e821bcb37" providerId="ADAL" clId="{3C686367-CC1C-4F05-AEA3-200CA9783E60}" dt="2026-05-08T04:38:42.625" v="1622" actId="1076"/>
          <ac:spMkLst>
            <pc:docMk/>
            <pc:sldMk cId="2065187648" sldId="298"/>
            <ac:spMk id="12" creationId="{CFAC5073-8681-2B88-747D-CA1557A7CFA2}"/>
          </ac:spMkLst>
        </pc:spChg>
        <pc:spChg chg="mod">
          <ac:chgData name="Justine Cocchi" userId="64429cd7-e40c-4b9e-9576-0e3e821bcb37" providerId="ADAL" clId="{3C686367-CC1C-4F05-AEA3-200CA9783E60}" dt="2026-05-08T04:38:42.625" v="1622" actId="1076"/>
          <ac:spMkLst>
            <pc:docMk/>
            <pc:sldMk cId="2065187648" sldId="298"/>
            <ac:spMk id="14" creationId="{98DE5ADA-8567-A829-662C-A924C57A3346}"/>
          </ac:spMkLst>
        </pc:spChg>
        <pc:graphicFrameChg chg="mod modGraphic">
          <ac:chgData name="Justine Cocchi" userId="64429cd7-e40c-4b9e-9576-0e3e821bcb37" providerId="ADAL" clId="{3C686367-CC1C-4F05-AEA3-200CA9783E60}" dt="2026-05-08T04:39:00.978" v="1624" actId="1076"/>
          <ac:graphicFrameMkLst>
            <pc:docMk/>
            <pc:sldMk cId="2065187648" sldId="298"/>
            <ac:graphicFrameMk id="4" creationId="{ACD98E70-CC99-C74E-CADF-4D1A4E561E5C}"/>
          </ac:graphicFrameMkLst>
        </pc:graphicFrameChg>
        <pc:cxnChg chg="add mod">
          <ac:chgData name="Justine Cocchi" userId="64429cd7-e40c-4b9e-9576-0e3e821bcb37" providerId="ADAL" clId="{3C686367-CC1C-4F05-AEA3-200CA9783E60}" dt="2026-05-08T19:45:34.683" v="6315" actId="1076"/>
          <ac:cxnSpMkLst>
            <pc:docMk/>
            <pc:sldMk cId="2065187648" sldId="298"/>
            <ac:cxnSpMk id="2" creationId="{F343E4B8-A0A6-039E-1131-9EFA90A0FB36}"/>
          </ac:cxnSpMkLst>
        </pc:cxnChg>
        <pc:cxnChg chg="mod">
          <ac:chgData name="Justine Cocchi" userId="64429cd7-e40c-4b9e-9576-0e3e821bcb37" providerId="ADAL" clId="{3C686367-CC1C-4F05-AEA3-200CA9783E60}" dt="2026-05-08T04:38:42.625" v="1622" actId="1076"/>
          <ac:cxnSpMkLst>
            <pc:docMk/>
            <pc:sldMk cId="2065187648" sldId="298"/>
            <ac:cxnSpMk id="13" creationId="{B641E336-31A0-4D61-F8D3-45A463959395}"/>
          </ac:cxnSpMkLst>
        </pc:cxnChg>
      </pc:sldChg>
      <pc:sldChg chg="addSp delSp modSp add mod delAnim modAnim chgLayout">
        <pc:chgData name="Justine Cocchi" userId="64429cd7-e40c-4b9e-9576-0e3e821bcb37" providerId="ADAL" clId="{3C686367-CC1C-4F05-AEA3-200CA9783E60}" dt="2026-05-08T21:06:17.546" v="6494" actId="1076"/>
        <pc:sldMkLst>
          <pc:docMk/>
          <pc:sldMk cId="929841468" sldId="307"/>
        </pc:sldMkLst>
        <pc:spChg chg="add mod">
          <ac:chgData name="Justine Cocchi" userId="64429cd7-e40c-4b9e-9576-0e3e821bcb37" providerId="ADAL" clId="{3C686367-CC1C-4F05-AEA3-200CA9783E60}" dt="2026-05-08T04:13:06.991" v="1100" actId="1076"/>
          <ac:spMkLst>
            <pc:docMk/>
            <pc:sldMk cId="929841468" sldId="307"/>
            <ac:spMk id="3" creationId="{D8022258-7994-9400-3DAC-F0B6CAD4F3C7}"/>
          </ac:spMkLst>
        </pc:spChg>
        <pc:spChg chg="mod">
          <ac:chgData name="Justine Cocchi" userId="64429cd7-e40c-4b9e-9576-0e3e821bcb37" providerId="ADAL" clId="{3C686367-CC1C-4F05-AEA3-200CA9783E60}" dt="2026-05-08T20:36:56.290" v="6475" actId="20577"/>
          <ac:spMkLst>
            <pc:docMk/>
            <pc:sldMk cId="929841468" sldId="307"/>
            <ac:spMk id="6" creationId="{EB8A00CD-7FAC-5EEC-ED14-F8F1F6666AB0}"/>
          </ac:spMkLst>
        </pc:spChg>
        <pc:spChg chg="add mod">
          <ac:chgData name="Justine Cocchi" userId="64429cd7-e40c-4b9e-9576-0e3e821bcb37" providerId="ADAL" clId="{3C686367-CC1C-4F05-AEA3-200CA9783E60}" dt="2026-05-08T04:38:16.395" v="1620" actId="1076"/>
          <ac:spMkLst>
            <pc:docMk/>
            <pc:sldMk cId="929841468" sldId="307"/>
            <ac:spMk id="7" creationId="{51A71879-01EE-F8D2-DDDE-913A6FA252AE}"/>
          </ac:spMkLst>
        </pc:spChg>
        <pc:spChg chg="add mod">
          <ac:chgData name="Justine Cocchi" userId="64429cd7-e40c-4b9e-9576-0e3e821bcb37" providerId="ADAL" clId="{3C686367-CC1C-4F05-AEA3-200CA9783E60}" dt="2026-05-08T21:06:10.320" v="6493" actId="1076"/>
          <ac:spMkLst>
            <pc:docMk/>
            <pc:sldMk cId="929841468" sldId="307"/>
            <ac:spMk id="9" creationId="{85A1C4ED-2983-2911-3F57-13C2A78C5F21}"/>
          </ac:spMkLst>
        </pc:spChg>
        <pc:spChg chg="add mod">
          <ac:chgData name="Justine Cocchi" userId="64429cd7-e40c-4b9e-9576-0e3e821bcb37" providerId="ADAL" clId="{3C686367-CC1C-4F05-AEA3-200CA9783E60}" dt="2026-05-08T04:38:16.395" v="1620" actId="1076"/>
          <ac:spMkLst>
            <pc:docMk/>
            <pc:sldMk cId="929841468" sldId="307"/>
            <ac:spMk id="15" creationId="{28EC7EF8-8088-CF2D-07C9-C69EF2BFF658}"/>
          </ac:spMkLst>
        </pc:spChg>
        <pc:graphicFrameChg chg="add mod">
          <ac:chgData name="Justine Cocchi" userId="64429cd7-e40c-4b9e-9576-0e3e821bcb37" providerId="ADAL" clId="{3C686367-CC1C-4F05-AEA3-200CA9783E60}" dt="2026-05-08T04:13:06.991" v="1100" actId="1076"/>
          <ac:graphicFrameMkLst>
            <pc:docMk/>
            <pc:sldMk cId="929841468" sldId="307"/>
            <ac:graphicFrameMk id="2" creationId="{5E56C7C8-4CC1-6C68-0524-608FCA3CAAEE}"/>
          </ac:graphicFrameMkLst>
        </pc:graphicFrameChg>
        <pc:cxnChg chg="mod">
          <ac:chgData name="Justine Cocchi" userId="64429cd7-e40c-4b9e-9576-0e3e821bcb37" providerId="ADAL" clId="{3C686367-CC1C-4F05-AEA3-200CA9783E60}" dt="2026-05-08T04:38:16.395" v="1620" actId="1076"/>
          <ac:cxnSpMkLst>
            <pc:docMk/>
            <pc:sldMk cId="929841468" sldId="307"/>
            <ac:cxnSpMk id="11" creationId="{08935187-A001-4968-35E7-9D0DDFAAF866}"/>
          </ac:cxnSpMkLst>
        </pc:cxnChg>
        <pc:cxnChg chg="mod">
          <ac:chgData name="Justine Cocchi" userId="64429cd7-e40c-4b9e-9576-0e3e821bcb37" providerId="ADAL" clId="{3C686367-CC1C-4F05-AEA3-200CA9783E60}" dt="2026-05-08T21:06:17.546" v="6494" actId="1076"/>
          <ac:cxnSpMkLst>
            <pc:docMk/>
            <pc:sldMk cId="929841468" sldId="307"/>
            <ac:cxnSpMk id="13" creationId="{0372E419-0BF0-1821-C62F-CB9A76A45320}"/>
          </ac:cxnSpMkLst>
        </pc:cxnChg>
      </pc:sldChg>
      <pc:sldChg chg="modSp mod modTransition modClrScheme modShow chgLayout">
        <pc:chgData name="Justine Cocchi" userId="64429cd7-e40c-4b9e-9576-0e3e821bcb37" providerId="ADAL" clId="{3C686367-CC1C-4F05-AEA3-200CA9783E60}" dt="2026-05-11T16:49:23.402" v="8630" actId="729"/>
        <pc:sldMkLst>
          <pc:docMk/>
          <pc:sldMk cId="1342771962" sldId="2147470116"/>
        </pc:sldMkLst>
        <pc:spChg chg="mod ord">
          <ac:chgData name="Justine Cocchi" userId="64429cd7-e40c-4b9e-9576-0e3e821bcb37" providerId="ADAL" clId="{3C686367-CC1C-4F05-AEA3-200CA9783E60}" dt="2026-05-07T17:53:18.640" v="4" actId="1076"/>
          <ac:spMkLst>
            <pc:docMk/>
            <pc:sldMk cId="1342771962" sldId="2147470116"/>
            <ac:spMk id="11" creationId="{E2192C87-711E-4761-AEEC-F51ED18A5CDA}"/>
          </ac:spMkLst>
        </pc:spChg>
      </pc:sldChg>
      <pc:sldChg chg="new mod modClrScheme chgLayout">
        <pc:chgData name="Justine Cocchi" userId="64429cd7-e40c-4b9e-9576-0e3e821bcb37" providerId="ADAL" clId="{3C686367-CC1C-4F05-AEA3-200CA9783E60}" dt="2026-05-07T17:53:32.301" v="6" actId="700"/>
        <pc:sldMkLst>
          <pc:docMk/>
          <pc:sldMk cId="3562316323" sldId="2147470117"/>
        </pc:sldMkLst>
      </pc:sldChg>
      <pc:sldChg chg="addSp delSp modSp new mod modNotesTx">
        <pc:chgData name="Justine Cocchi" userId="64429cd7-e40c-4b9e-9576-0e3e821bcb37" providerId="ADAL" clId="{3C686367-CC1C-4F05-AEA3-200CA9783E60}" dt="2026-05-11T15:56:09.748" v="8563" actId="14100"/>
        <pc:sldMkLst>
          <pc:docMk/>
          <pc:sldMk cId="49364293" sldId="2147470118"/>
        </pc:sldMkLst>
        <pc:spChg chg="mod">
          <ac:chgData name="Justine Cocchi" userId="64429cd7-e40c-4b9e-9576-0e3e821bcb37" providerId="ADAL" clId="{3C686367-CC1C-4F05-AEA3-200CA9783E60}" dt="2026-05-07T17:53:43.279" v="8"/>
          <ac:spMkLst>
            <pc:docMk/>
            <pc:sldMk cId="49364293" sldId="2147470118"/>
            <ac:spMk id="2" creationId="{27A7E9E8-A35A-956C-1972-F3FC8D4AE38C}"/>
          </ac:spMkLst>
        </pc:spChg>
        <pc:spChg chg="mod">
          <ac:chgData name="Justine Cocchi" userId="64429cd7-e40c-4b9e-9576-0e3e821bcb37" providerId="ADAL" clId="{3C686367-CC1C-4F05-AEA3-200CA9783E60}" dt="2026-05-11T15:56:09.748" v="8563" actId="14100"/>
          <ac:spMkLst>
            <pc:docMk/>
            <pc:sldMk cId="49364293" sldId="2147470118"/>
            <ac:spMk id="3" creationId="{6C46C8AD-F5FB-9338-D120-3551EBC8CB5B}"/>
          </ac:spMkLst>
        </pc:spChg>
      </pc:sldChg>
      <pc:sldChg chg="addSp delSp modSp new mod ord modShow chgLayout">
        <pc:chgData name="Justine Cocchi" userId="64429cd7-e40c-4b9e-9576-0e3e821bcb37" providerId="ADAL" clId="{3C686367-CC1C-4F05-AEA3-200CA9783E60}" dt="2026-05-11T16:49:19.704" v="8629"/>
        <pc:sldMkLst>
          <pc:docMk/>
          <pc:sldMk cId="3265178879" sldId="2147470119"/>
        </pc:sldMkLst>
        <pc:spChg chg="add mod ord">
          <ac:chgData name="Justine Cocchi" userId="64429cd7-e40c-4b9e-9576-0e3e821bcb37" providerId="ADAL" clId="{3C686367-CC1C-4F05-AEA3-200CA9783E60}" dt="2026-05-07T17:54:59.416" v="106" actId="20577"/>
          <ac:spMkLst>
            <pc:docMk/>
            <pc:sldMk cId="3265178879" sldId="2147470119"/>
            <ac:spMk id="4" creationId="{C904CDE2-C72E-2F80-D939-AE0667A81045}"/>
          </ac:spMkLst>
        </pc:spChg>
        <pc:spChg chg="add mod ord">
          <ac:chgData name="Justine Cocchi" userId="64429cd7-e40c-4b9e-9576-0e3e821bcb37" providerId="ADAL" clId="{3C686367-CC1C-4F05-AEA3-200CA9783E60}" dt="2026-05-07T17:55:19.710" v="190" actId="20577"/>
          <ac:spMkLst>
            <pc:docMk/>
            <pc:sldMk cId="3265178879" sldId="2147470119"/>
            <ac:spMk id="5" creationId="{2823D14A-74A9-BBEC-BBFC-BF2789A24671}"/>
          </ac:spMkLst>
        </pc:spChg>
      </pc:sldChg>
      <pc:sldChg chg="addSp delSp modSp new mod chgLayout modNotesTx">
        <pc:chgData name="Justine Cocchi" userId="64429cd7-e40c-4b9e-9576-0e3e821bcb37" providerId="ADAL" clId="{3C686367-CC1C-4F05-AEA3-200CA9783E60}" dt="2026-05-08T20:22:56.617" v="6461" actId="20577"/>
        <pc:sldMkLst>
          <pc:docMk/>
          <pc:sldMk cId="4161963937" sldId="2147470123"/>
        </pc:sldMkLst>
        <pc:spChg chg="add mod ord">
          <ac:chgData name="Justine Cocchi" userId="64429cd7-e40c-4b9e-9576-0e3e821bcb37" providerId="ADAL" clId="{3C686367-CC1C-4F05-AEA3-200CA9783E60}" dt="2026-05-08T20:11:36.998" v="6361" actId="20577"/>
          <ac:spMkLst>
            <pc:docMk/>
            <pc:sldMk cId="4161963937" sldId="2147470123"/>
            <ac:spMk id="4" creationId="{4E5AE9BB-3C4A-ADE5-AFC5-0A02209AB16D}"/>
          </ac:spMkLst>
        </pc:spChg>
      </pc:sldChg>
      <pc:sldChg chg="addSp modSp new mod addAnim delAnim modAnim modNotesTx">
        <pc:chgData name="Justine Cocchi" userId="64429cd7-e40c-4b9e-9576-0e3e821bcb37" providerId="ADAL" clId="{3C686367-CC1C-4F05-AEA3-200CA9783E60}" dt="2026-05-11T19:40:51.448" v="8695" actId="20577"/>
        <pc:sldMkLst>
          <pc:docMk/>
          <pc:sldMk cId="265500866" sldId="2147470125"/>
        </pc:sldMkLst>
        <pc:spChg chg="mod">
          <ac:chgData name="Justine Cocchi" userId="64429cd7-e40c-4b9e-9576-0e3e821bcb37" providerId="ADAL" clId="{3C686367-CC1C-4F05-AEA3-200CA9783E60}" dt="2026-05-08T05:23:57.985" v="2730" actId="20577"/>
          <ac:spMkLst>
            <pc:docMk/>
            <pc:sldMk cId="265500866" sldId="2147470125"/>
            <ac:spMk id="2" creationId="{C2509C9A-AFA8-0818-6438-13746A97FD49}"/>
          </ac:spMkLst>
        </pc:spChg>
        <pc:spChg chg="mod">
          <ac:chgData name="Justine Cocchi" userId="64429cd7-e40c-4b9e-9576-0e3e821bcb37" providerId="ADAL" clId="{3C686367-CC1C-4F05-AEA3-200CA9783E60}" dt="2026-05-08T06:00:59.449" v="3682" actId="20577"/>
          <ac:spMkLst>
            <pc:docMk/>
            <pc:sldMk cId="265500866" sldId="2147470125"/>
            <ac:spMk id="3" creationId="{4ECD935A-99B7-E459-20F5-C8D906B819CA}"/>
          </ac:spMkLst>
        </pc:spChg>
        <pc:spChg chg="add mod">
          <ac:chgData name="Justine Cocchi" userId="64429cd7-e40c-4b9e-9576-0e3e821bcb37" providerId="ADAL" clId="{3C686367-CC1C-4F05-AEA3-200CA9783E60}" dt="2026-05-10T06:07:04.640" v="7894" actId="207"/>
          <ac:spMkLst>
            <pc:docMk/>
            <pc:sldMk cId="265500866" sldId="2147470125"/>
            <ac:spMk id="4" creationId="{D3A8249A-33C7-2B9F-EB9C-F38130392C9A}"/>
          </ac:spMkLst>
        </pc:spChg>
        <pc:spChg chg="add mod">
          <ac:chgData name="Justine Cocchi" userId="64429cd7-e40c-4b9e-9576-0e3e821bcb37" providerId="ADAL" clId="{3C686367-CC1C-4F05-AEA3-200CA9783E60}" dt="2026-05-10T06:07:10.318" v="7895" actId="207"/>
          <ac:spMkLst>
            <pc:docMk/>
            <pc:sldMk cId="265500866" sldId="2147470125"/>
            <ac:spMk id="12" creationId="{AEDF2D56-AC7E-73E1-F625-12A5F85C1E2E}"/>
          </ac:spMkLst>
        </pc:spChg>
        <pc:spChg chg="add mod">
          <ac:chgData name="Justine Cocchi" userId="64429cd7-e40c-4b9e-9576-0e3e821bcb37" providerId="ADAL" clId="{3C686367-CC1C-4F05-AEA3-200CA9783E60}" dt="2026-05-08T21:13:27.944" v="6511" actId="1076"/>
          <ac:spMkLst>
            <pc:docMk/>
            <pc:sldMk cId="265500866" sldId="2147470125"/>
            <ac:spMk id="19" creationId="{9E4D5ED0-C7A0-89A8-842A-6C5CC29E47FA}"/>
          </ac:spMkLst>
        </pc:spChg>
        <pc:spChg chg="add mod">
          <ac:chgData name="Justine Cocchi" userId="64429cd7-e40c-4b9e-9576-0e3e821bcb37" providerId="ADAL" clId="{3C686367-CC1C-4F05-AEA3-200CA9783E60}" dt="2026-05-08T21:13:32.113" v="6512" actId="1076"/>
          <ac:spMkLst>
            <pc:docMk/>
            <pc:sldMk cId="265500866" sldId="2147470125"/>
            <ac:spMk id="21" creationId="{710DEDA6-4A63-57A1-F5B5-A9A5ED6EB270}"/>
          </ac:spMkLst>
        </pc:spChg>
        <pc:spChg chg="add mod">
          <ac:chgData name="Justine Cocchi" userId="64429cd7-e40c-4b9e-9576-0e3e821bcb37" providerId="ADAL" clId="{3C686367-CC1C-4F05-AEA3-200CA9783E60}" dt="2026-05-08T21:12:57.944" v="6505" actId="1076"/>
          <ac:spMkLst>
            <pc:docMk/>
            <pc:sldMk cId="265500866" sldId="2147470125"/>
            <ac:spMk id="22" creationId="{7C4D98F1-8D4F-C1A9-C357-596E4FEBB397}"/>
          </ac:spMkLst>
        </pc:spChg>
        <pc:picChg chg="add mod">
          <ac:chgData name="Justine Cocchi" userId="64429cd7-e40c-4b9e-9576-0e3e821bcb37" providerId="ADAL" clId="{3C686367-CC1C-4F05-AEA3-200CA9783E60}" dt="2026-05-08T21:13:23.314" v="6508" actId="1076"/>
          <ac:picMkLst>
            <pc:docMk/>
            <pc:sldMk cId="265500866" sldId="2147470125"/>
            <ac:picMk id="6" creationId="{FB5DDF9F-B951-FEAA-1AF4-1CD85C649569}"/>
          </ac:picMkLst>
        </pc:picChg>
        <pc:picChg chg="add mod">
          <ac:chgData name="Justine Cocchi" userId="64429cd7-e40c-4b9e-9576-0e3e821bcb37" providerId="ADAL" clId="{3C686367-CC1C-4F05-AEA3-200CA9783E60}" dt="2026-05-08T21:13:23.314" v="6508" actId="1076"/>
          <ac:picMkLst>
            <pc:docMk/>
            <pc:sldMk cId="265500866" sldId="2147470125"/>
            <ac:picMk id="8" creationId="{DB7A1AA2-5203-6E6E-A922-473A64BE3237}"/>
          </ac:picMkLst>
        </pc:picChg>
        <pc:picChg chg="add mod">
          <ac:chgData name="Justine Cocchi" userId="64429cd7-e40c-4b9e-9576-0e3e821bcb37" providerId="ADAL" clId="{3C686367-CC1C-4F05-AEA3-200CA9783E60}" dt="2026-05-08T21:13:23.314" v="6508" actId="1076"/>
          <ac:picMkLst>
            <pc:docMk/>
            <pc:sldMk cId="265500866" sldId="2147470125"/>
            <ac:picMk id="10" creationId="{0D9EBBA5-3D08-AE98-1958-D23167A00C8F}"/>
          </ac:picMkLst>
        </pc:picChg>
        <pc:picChg chg="add mod">
          <ac:chgData name="Justine Cocchi" userId="64429cd7-e40c-4b9e-9576-0e3e821bcb37" providerId="ADAL" clId="{3C686367-CC1C-4F05-AEA3-200CA9783E60}" dt="2026-05-08T21:13:23.314" v="6508" actId="1076"/>
          <ac:picMkLst>
            <pc:docMk/>
            <pc:sldMk cId="265500866" sldId="2147470125"/>
            <ac:picMk id="14" creationId="{B2768389-E519-20B4-C463-F4EFE3BFF963}"/>
          </ac:picMkLst>
        </pc:picChg>
        <pc:picChg chg="add mod">
          <ac:chgData name="Justine Cocchi" userId="64429cd7-e40c-4b9e-9576-0e3e821bcb37" providerId="ADAL" clId="{3C686367-CC1C-4F05-AEA3-200CA9783E60}" dt="2026-05-08T21:13:23.314" v="6508" actId="1076"/>
          <ac:picMkLst>
            <pc:docMk/>
            <pc:sldMk cId="265500866" sldId="2147470125"/>
            <ac:picMk id="16" creationId="{8DFF77F1-1EC8-1BF3-53F9-2CA317BB03C0}"/>
          </ac:picMkLst>
        </pc:picChg>
        <pc:picChg chg="add mod">
          <ac:chgData name="Justine Cocchi" userId="64429cd7-e40c-4b9e-9576-0e3e821bcb37" providerId="ADAL" clId="{3C686367-CC1C-4F05-AEA3-200CA9783E60}" dt="2026-05-08T21:13:23.314" v="6508" actId="1076"/>
          <ac:picMkLst>
            <pc:docMk/>
            <pc:sldMk cId="265500866" sldId="2147470125"/>
            <ac:picMk id="18" creationId="{D2E2EB3F-C9F2-428D-5860-EC9D622C3260}"/>
          </ac:picMkLst>
        </pc:picChg>
        <pc:cxnChg chg="add mod">
          <ac:chgData name="Justine Cocchi" userId="64429cd7-e40c-4b9e-9576-0e3e821bcb37" providerId="ADAL" clId="{3C686367-CC1C-4F05-AEA3-200CA9783E60}" dt="2026-05-08T21:13:40.669" v="6514" actId="14100"/>
          <ac:cxnSpMkLst>
            <pc:docMk/>
            <pc:sldMk cId="265500866" sldId="2147470125"/>
            <ac:cxnSpMk id="24" creationId="{6B76E07D-DEC4-C12A-79AC-A56F955CC729}"/>
          </ac:cxnSpMkLst>
        </pc:cxnChg>
        <pc:cxnChg chg="add mod">
          <ac:chgData name="Justine Cocchi" userId="64429cd7-e40c-4b9e-9576-0e3e821bcb37" providerId="ADAL" clId="{3C686367-CC1C-4F05-AEA3-200CA9783E60}" dt="2026-05-08T21:14:12.780" v="6519" actId="14100"/>
          <ac:cxnSpMkLst>
            <pc:docMk/>
            <pc:sldMk cId="265500866" sldId="2147470125"/>
            <ac:cxnSpMk id="25" creationId="{F930178A-FE26-40D4-8A94-6EC757B75F13}"/>
          </ac:cxnSpMkLst>
        </pc:cxnChg>
        <pc:cxnChg chg="add mod">
          <ac:chgData name="Justine Cocchi" userId="64429cd7-e40c-4b9e-9576-0e3e821bcb37" providerId="ADAL" clId="{3C686367-CC1C-4F05-AEA3-200CA9783E60}" dt="2026-05-08T21:14:10.439" v="6518" actId="14100"/>
          <ac:cxnSpMkLst>
            <pc:docMk/>
            <pc:sldMk cId="265500866" sldId="2147470125"/>
            <ac:cxnSpMk id="26" creationId="{A5A2251A-BD58-BD0B-B287-9ECA05F1DA0C}"/>
          </ac:cxnSpMkLst>
        </pc:cxnChg>
        <pc:cxnChg chg="add mod">
          <ac:chgData name="Justine Cocchi" userId="64429cd7-e40c-4b9e-9576-0e3e821bcb37" providerId="ADAL" clId="{3C686367-CC1C-4F05-AEA3-200CA9783E60}" dt="2026-05-08T21:13:37.108" v="6513" actId="14100"/>
          <ac:cxnSpMkLst>
            <pc:docMk/>
            <pc:sldMk cId="265500866" sldId="2147470125"/>
            <ac:cxnSpMk id="36" creationId="{F8BEE77F-ABDF-CCC4-CD56-57724AB900D9}"/>
          </ac:cxnSpMkLst>
        </pc:cxnChg>
      </pc:sldChg>
      <pc:sldChg chg="modSp new mod">
        <pc:chgData name="Justine Cocchi" userId="64429cd7-e40c-4b9e-9576-0e3e821bcb37" providerId="ADAL" clId="{3C686367-CC1C-4F05-AEA3-200CA9783E60}" dt="2026-05-07T18:00:19.999" v="775" actId="20577"/>
        <pc:sldMkLst>
          <pc:docMk/>
          <pc:sldMk cId="240507232" sldId="2147470129"/>
        </pc:sldMkLst>
        <pc:spChg chg="mod">
          <ac:chgData name="Justine Cocchi" userId="64429cd7-e40c-4b9e-9576-0e3e821bcb37" providerId="ADAL" clId="{3C686367-CC1C-4F05-AEA3-200CA9783E60}" dt="2026-05-07T18:00:19.999" v="775" actId="20577"/>
          <ac:spMkLst>
            <pc:docMk/>
            <pc:sldMk cId="240507232" sldId="2147470129"/>
            <ac:spMk id="2" creationId="{CB8E9BEB-25F4-5FB7-1A3B-146969CF17C1}"/>
          </ac:spMkLst>
        </pc:spChg>
      </pc:sldChg>
      <pc:sldChg chg="modSp new mod modClrScheme chgLayout">
        <pc:chgData name="Justine Cocchi" userId="64429cd7-e40c-4b9e-9576-0e3e821bcb37" providerId="ADAL" clId="{3C686367-CC1C-4F05-AEA3-200CA9783E60}" dt="2026-05-11T16:48:21.182" v="8627" actId="20577"/>
        <pc:sldMkLst>
          <pc:docMk/>
          <pc:sldMk cId="4210471655" sldId="2147470131"/>
        </pc:sldMkLst>
        <pc:spChg chg="mod ord">
          <ac:chgData name="Justine Cocchi" userId="64429cd7-e40c-4b9e-9576-0e3e821bcb37" providerId="ADAL" clId="{3C686367-CC1C-4F05-AEA3-200CA9783E60}" dt="2026-05-08T03:20:56.423" v="952" actId="700"/>
          <ac:spMkLst>
            <pc:docMk/>
            <pc:sldMk cId="4210471655" sldId="2147470131"/>
            <ac:spMk id="2" creationId="{1DF03C41-D344-382B-99A8-EFF7A6A17CE0}"/>
          </ac:spMkLst>
        </pc:spChg>
        <pc:spChg chg="mod ord">
          <ac:chgData name="Justine Cocchi" userId="64429cd7-e40c-4b9e-9576-0e3e821bcb37" providerId="ADAL" clId="{3C686367-CC1C-4F05-AEA3-200CA9783E60}" dt="2026-05-11T16:48:21.182" v="8627" actId="20577"/>
          <ac:spMkLst>
            <pc:docMk/>
            <pc:sldMk cId="4210471655" sldId="2147470131"/>
            <ac:spMk id="3" creationId="{AB4994C1-B6E3-676D-7CF0-51434CD92633}"/>
          </ac:spMkLst>
        </pc:spChg>
      </pc:sldChg>
      <pc:sldChg chg="modSp add mod ord modAnim">
        <pc:chgData name="Justine Cocchi" userId="64429cd7-e40c-4b9e-9576-0e3e821bcb37" providerId="ADAL" clId="{3C686367-CC1C-4F05-AEA3-200CA9783E60}" dt="2026-05-08T04:39:11.417" v="1625" actId="1076"/>
        <pc:sldMkLst>
          <pc:docMk/>
          <pc:sldMk cId="2145593914" sldId="2147470132"/>
        </pc:sldMkLst>
        <pc:spChg chg="mod">
          <ac:chgData name="Justine Cocchi" userId="64429cd7-e40c-4b9e-9576-0e3e821bcb37" providerId="ADAL" clId="{3C686367-CC1C-4F05-AEA3-200CA9783E60}" dt="2026-05-08T04:07:57.834" v="1087" actId="1076"/>
          <ac:spMkLst>
            <pc:docMk/>
            <pc:sldMk cId="2145593914" sldId="2147470132"/>
            <ac:spMk id="5" creationId="{5476D471-00BF-CA0E-CBAA-F3F13C617B57}"/>
          </ac:spMkLst>
        </pc:spChg>
        <pc:spChg chg="mod">
          <ac:chgData name="Justine Cocchi" userId="64429cd7-e40c-4b9e-9576-0e3e821bcb37" providerId="ADAL" clId="{3C686367-CC1C-4F05-AEA3-200CA9783E60}" dt="2026-05-08T04:08:07.155" v="1088" actId="1076"/>
          <ac:spMkLst>
            <pc:docMk/>
            <pc:sldMk cId="2145593914" sldId="2147470132"/>
            <ac:spMk id="6" creationId="{BF54360A-8256-B634-A27C-D95C4E112BA5}"/>
          </ac:spMkLst>
        </pc:spChg>
        <pc:spChg chg="mod">
          <ac:chgData name="Justine Cocchi" userId="64429cd7-e40c-4b9e-9576-0e3e821bcb37" providerId="ADAL" clId="{3C686367-CC1C-4F05-AEA3-200CA9783E60}" dt="2026-05-08T04:39:11.417" v="1625" actId="1076"/>
          <ac:spMkLst>
            <pc:docMk/>
            <pc:sldMk cId="2145593914" sldId="2147470132"/>
            <ac:spMk id="12" creationId="{D0C8CEF0-1B49-9FF7-2E7E-188AB7FAD174}"/>
          </ac:spMkLst>
        </pc:spChg>
        <pc:spChg chg="mod">
          <ac:chgData name="Justine Cocchi" userId="64429cd7-e40c-4b9e-9576-0e3e821bcb37" providerId="ADAL" clId="{3C686367-CC1C-4F05-AEA3-200CA9783E60}" dt="2026-05-08T04:39:11.417" v="1625" actId="1076"/>
          <ac:spMkLst>
            <pc:docMk/>
            <pc:sldMk cId="2145593914" sldId="2147470132"/>
            <ac:spMk id="14" creationId="{3350A67A-A2F8-CE77-7C45-0858A25E06D5}"/>
          </ac:spMkLst>
        </pc:spChg>
        <pc:graphicFrameChg chg="mod">
          <ac:chgData name="Justine Cocchi" userId="64429cd7-e40c-4b9e-9576-0e3e821bcb37" providerId="ADAL" clId="{3C686367-CC1C-4F05-AEA3-200CA9783E60}" dt="2026-05-08T04:07:57.834" v="1087" actId="1076"/>
          <ac:graphicFrameMkLst>
            <pc:docMk/>
            <pc:sldMk cId="2145593914" sldId="2147470132"/>
            <ac:graphicFrameMk id="4" creationId="{05C86A69-D9E5-07BD-81A3-9BFEF65FC7E0}"/>
          </ac:graphicFrameMkLst>
        </pc:graphicFrameChg>
        <pc:cxnChg chg="mod">
          <ac:chgData name="Justine Cocchi" userId="64429cd7-e40c-4b9e-9576-0e3e821bcb37" providerId="ADAL" clId="{3C686367-CC1C-4F05-AEA3-200CA9783E60}" dt="2026-05-08T04:39:11.417" v="1625" actId="1076"/>
          <ac:cxnSpMkLst>
            <pc:docMk/>
            <pc:sldMk cId="2145593914" sldId="2147470132"/>
            <ac:cxnSpMk id="11" creationId="{F963A44D-682D-30CC-CFD6-D90C86727886}"/>
          </ac:cxnSpMkLst>
        </pc:cxnChg>
        <pc:cxnChg chg="mod">
          <ac:chgData name="Justine Cocchi" userId="64429cd7-e40c-4b9e-9576-0e3e821bcb37" providerId="ADAL" clId="{3C686367-CC1C-4F05-AEA3-200CA9783E60}" dt="2026-05-08T04:39:11.417" v="1625" actId="1076"/>
          <ac:cxnSpMkLst>
            <pc:docMk/>
            <pc:sldMk cId="2145593914" sldId="2147470132"/>
            <ac:cxnSpMk id="13" creationId="{3FEE6D30-F77C-1482-09F4-2DCA76162978}"/>
          </ac:cxnSpMkLst>
        </pc:cxnChg>
      </pc:sldChg>
      <pc:sldChg chg="modSp add mod ord modAnim modShow modNotesTx">
        <pc:chgData name="Justine Cocchi" userId="64429cd7-e40c-4b9e-9576-0e3e821bcb37" providerId="ADAL" clId="{3C686367-CC1C-4F05-AEA3-200CA9783E60}" dt="2026-05-11T15:53:27.034" v="8521" actId="34476"/>
        <pc:sldMkLst>
          <pc:docMk/>
          <pc:sldMk cId="1551969403" sldId="2147470133"/>
        </pc:sldMkLst>
        <pc:spChg chg="mod">
          <ac:chgData name="Justine Cocchi" userId="64429cd7-e40c-4b9e-9576-0e3e821bcb37" providerId="ADAL" clId="{3C686367-CC1C-4F05-AEA3-200CA9783E60}" dt="2026-05-08T04:36:22.092" v="1434" actId="20577"/>
          <ac:spMkLst>
            <pc:docMk/>
            <pc:sldMk cId="1551969403" sldId="2147470133"/>
            <ac:spMk id="3" creationId="{0A78008B-B70F-D50A-1F25-8F4D5E33E543}"/>
          </ac:spMkLst>
        </pc:spChg>
        <pc:spChg chg="mod">
          <ac:chgData name="Justine Cocchi" userId="64429cd7-e40c-4b9e-9576-0e3e821bcb37" providerId="ADAL" clId="{3C686367-CC1C-4F05-AEA3-200CA9783E60}" dt="2026-05-08T04:37:51.255" v="1617" actId="1076"/>
          <ac:spMkLst>
            <pc:docMk/>
            <pc:sldMk cId="1551969403" sldId="2147470133"/>
            <ac:spMk id="6" creationId="{9C8EFF22-B3FA-85DC-9B29-6E6FF3E10543}"/>
          </ac:spMkLst>
        </pc:spChg>
        <pc:spChg chg="mod">
          <ac:chgData name="Justine Cocchi" userId="64429cd7-e40c-4b9e-9576-0e3e821bcb37" providerId="ADAL" clId="{3C686367-CC1C-4F05-AEA3-200CA9783E60}" dt="2026-05-08T04:38:25.956" v="1621" actId="1076"/>
          <ac:spMkLst>
            <pc:docMk/>
            <pc:sldMk cId="1551969403" sldId="2147470133"/>
            <ac:spMk id="7" creationId="{462D11ED-8EC0-53AF-C74E-BF5854CFAE68}"/>
          </ac:spMkLst>
        </pc:spChg>
        <pc:spChg chg="mod">
          <ac:chgData name="Justine Cocchi" userId="64429cd7-e40c-4b9e-9576-0e3e821bcb37" providerId="ADAL" clId="{3C686367-CC1C-4F05-AEA3-200CA9783E60}" dt="2026-05-08T04:38:25.956" v="1621" actId="1076"/>
          <ac:spMkLst>
            <pc:docMk/>
            <pc:sldMk cId="1551969403" sldId="2147470133"/>
            <ac:spMk id="9" creationId="{D5C4EC62-3450-0FB5-B8AA-7F06458CF9F1}"/>
          </ac:spMkLst>
        </pc:spChg>
        <pc:spChg chg="mod">
          <ac:chgData name="Justine Cocchi" userId="64429cd7-e40c-4b9e-9576-0e3e821bcb37" providerId="ADAL" clId="{3C686367-CC1C-4F05-AEA3-200CA9783E60}" dt="2026-05-08T04:38:25.956" v="1621" actId="1076"/>
          <ac:spMkLst>
            <pc:docMk/>
            <pc:sldMk cId="1551969403" sldId="2147470133"/>
            <ac:spMk id="15" creationId="{86E09341-92F3-3D5D-96F2-A9924D1F3D1C}"/>
          </ac:spMkLst>
        </pc:spChg>
        <pc:cxnChg chg="mod">
          <ac:chgData name="Justine Cocchi" userId="64429cd7-e40c-4b9e-9576-0e3e821bcb37" providerId="ADAL" clId="{3C686367-CC1C-4F05-AEA3-200CA9783E60}" dt="2026-05-08T04:38:25.956" v="1621" actId="1076"/>
          <ac:cxnSpMkLst>
            <pc:docMk/>
            <pc:sldMk cId="1551969403" sldId="2147470133"/>
            <ac:cxnSpMk id="11" creationId="{7DE3B8CD-51B0-1AEC-2E2A-E965B7C645CE}"/>
          </ac:cxnSpMkLst>
        </pc:cxnChg>
        <pc:cxnChg chg="mod">
          <ac:chgData name="Justine Cocchi" userId="64429cd7-e40c-4b9e-9576-0e3e821bcb37" providerId="ADAL" clId="{3C686367-CC1C-4F05-AEA3-200CA9783E60}" dt="2026-05-08T04:38:25.956" v="1621" actId="1076"/>
          <ac:cxnSpMkLst>
            <pc:docMk/>
            <pc:sldMk cId="1551969403" sldId="2147470133"/>
            <ac:cxnSpMk id="13" creationId="{8F7C5AE0-3427-CCE3-B905-AC824F2A4A97}"/>
          </ac:cxnSpMkLst>
        </pc:cxnChg>
      </pc:sldChg>
      <pc:sldChg chg="modSp add mod ord addAnim delAnim modAnim modNotesTx">
        <pc:chgData name="Justine Cocchi" userId="64429cd7-e40c-4b9e-9576-0e3e821bcb37" providerId="ADAL" clId="{3C686367-CC1C-4F05-AEA3-200CA9783E60}" dt="2026-05-08T19:40:45.097" v="6289" actId="20577"/>
        <pc:sldMkLst>
          <pc:docMk/>
          <pc:sldMk cId="2923427284" sldId="2147470134"/>
        </pc:sldMkLst>
        <pc:spChg chg="mod">
          <ac:chgData name="Justine Cocchi" userId="64429cd7-e40c-4b9e-9576-0e3e821bcb37" providerId="ADAL" clId="{3C686367-CC1C-4F05-AEA3-200CA9783E60}" dt="2026-05-08T15:58:54.051" v="4276" actId="20577"/>
          <ac:spMkLst>
            <pc:docMk/>
            <pc:sldMk cId="2923427284" sldId="2147470134"/>
            <ac:spMk id="6" creationId="{7194A9AF-59C6-C879-8831-D36666E042DB}"/>
          </ac:spMkLst>
        </pc:spChg>
        <pc:spChg chg="mod">
          <ac:chgData name="Justine Cocchi" userId="64429cd7-e40c-4b9e-9576-0e3e821bcb37" providerId="ADAL" clId="{3C686367-CC1C-4F05-AEA3-200CA9783E60}" dt="2026-05-08T16:01:36.688" v="4290" actId="14100"/>
          <ac:spMkLst>
            <pc:docMk/>
            <pc:sldMk cId="2923427284" sldId="2147470134"/>
            <ac:spMk id="7" creationId="{27D148C8-60E1-ADC0-B00D-42DD78725D70}"/>
          </ac:spMkLst>
        </pc:spChg>
        <pc:spChg chg="mod">
          <ac:chgData name="Justine Cocchi" userId="64429cd7-e40c-4b9e-9576-0e3e821bcb37" providerId="ADAL" clId="{3C686367-CC1C-4F05-AEA3-200CA9783E60}" dt="2026-05-08T04:43:24.276" v="1903" actId="20577"/>
          <ac:spMkLst>
            <pc:docMk/>
            <pc:sldMk cId="2923427284" sldId="2147470134"/>
            <ac:spMk id="9" creationId="{460E5B8E-09B7-6682-F30F-53515C157BD3}"/>
          </ac:spMkLst>
        </pc:spChg>
        <pc:spChg chg="mod">
          <ac:chgData name="Justine Cocchi" userId="64429cd7-e40c-4b9e-9576-0e3e821bcb37" providerId="ADAL" clId="{3C686367-CC1C-4F05-AEA3-200CA9783E60}" dt="2026-05-08T04:44:25.464" v="1964" actId="20577"/>
          <ac:spMkLst>
            <pc:docMk/>
            <pc:sldMk cId="2923427284" sldId="2147470134"/>
            <ac:spMk id="15" creationId="{BAAA6F3F-3A4D-B28D-7C64-C564E97FD972}"/>
          </ac:spMkLst>
        </pc:spChg>
      </pc:sldChg>
      <pc:sldChg chg="addSp delSp modSp add mod modClrScheme delAnim modAnim chgLayout">
        <pc:chgData name="Justine Cocchi" userId="64429cd7-e40c-4b9e-9576-0e3e821bcb37" providerId="ADAL" clId="{3C686367-CC1C-4F05-AEA3-200CA9783E60}" dt="2026-05-08T21:11:04.530" v="6496" actId="1076"/>
        <pc:sldMkLst>
          <pc:docMk/>
          <pc:sldMk cId="116121560" sldId="2147470135"/>
        </pc:sldMkLst>
        <pc:spChg chg="mod ord">
          <ac:chgData name="Justine Cocchi" userId="64429cd7-e40c-4b9e-9576-0e3e821bcb37" providerId="ADAL" clId="{3C686367-CC1C-4F05-AEA3-200CA9783E60}" dt="2026-05-08T04:56:25.278" v="2345" actId="20577"/>
          <ac:spMkLst>
            <pc:docMk/>
            <pc:sldMk cId="116121560" sldId="2147470135"/>
            <ac:spMk id="3" creationId="{1FDF9884-F25A-AB2F-D6AC-6833F9F2BB60}"/>
          </ac:spMkLst>
        </pc:spChg>
        <pc:spChg chg="mod">
          <ac:chgData name="Justine Cocchi" userId="64429cd7-e40c-4b9e-9576-0e3e821bcb37" providerId="ADAL" clId="{3C686367-CC1C-4F05-AEA3-200CA9783E60}" dt="2026-05-08T21:11:04.530" v="6496" actId="1076"/>
          <ac:spMkLst>
            <pc:docMk/>
            <pc:sldMk cId="116121560" sldId="2147470135"/>
            <ac:spMk id="6" creationId="{A1A16527-845B-4F42-8338-FFFAC7060FD0}"/>
          </ac:spMkLst>
        </pc:spChg>
        <pc:spChg chg="mod">
          <ac:chgData name="Justine Cocchi" userId="64429cd7-e40c-4b9e-9576-0e3e821bcb37" providerId="ADAL" clId="{3C686367-CC1C-4F05-AEA3-200CA9783E60}" dt="2026-05-08T21:11:04.530" v="6496" actId="1076"/>
          <ac:spMkLst>
            <pc:docMk/>
            <pc:sldMk cId="116121560" sldId="2147470135"/>
            <ac:spMk id="7" creationId="{16C39ACE-84C2-4804-F6C4-7BF775A99703}"/>
          </ac:spMkLst>
        </pc:spChg>
        <pc:spChg chg="mod">
          <ac:chgData name="Justine Cocchi" userId="64429cd7-e40c-4b9e-9576-0e3e821bcb37" providerId="ADAL" clId="{3C686367-CC1C-4F05-AEA3-200CA9783E60}" dt="2026-05-08T21:11:04.530" v="6496" actId="1076"/>
          <ac:spMkLst>
            <pc:docMk/>
            <pc:sldMk cId="116121560" sldId="2147470135"/>
            <ac:spMk id="8" creationId="{9E23B4FA-B64B-F342-AF30-20C100DA78BF}"/>
          </ac:spMkLst>
        </pc:spChg>
        <pc:spChg chg="mod">
          <ac:chgData name="Justine Cocchi" userId="64429cd7-e40c-4b9e-9576-0e3e821bcb37" providerId="ADAL" clId="{3C686367-CC1C-4F05-AEA3-200CA9783E60}" dt="2026-05-08T21:11:04.530" v="6496" actId="1076"/>
          <ac:spMkLst>
            <pc:docMk/>
            <pc:sldMk cId="116121560" sldId="2147470135"/>
            <ac:spMk id="9" creationId="{ED56CA0E-9B56-38E8-61AC-BFD11941039C}"/>
          </ac:spMkLst>
        </pc:spChg>
        <pc:spChg chg="mod">
          <ac:chgData name="Justine Cocchi" userId="64429cd7-e40c-4b9e-9576-0e3e821bcb37" providerId="ADAL" clId="{3C686367-CC1C-4F05-AEA3-200CA9783E60}" dt="2026-05-08T21:11:04.530" v="6496" actId="1076"/>
          <ac:spMkLst>
            <pc:docMk/>
            <pc:sldMk cId="116121560" sldId="2147470135"/>
            <ac:spMk id="10" creationId="{060D0281-903A-C778-0616-B15100B813D4}"/>
          </ac:spMkLst>
        </pc:spChg>
        <pc:spChg chg="mod">
          <ac:chgData name="Justine Cocchi" userId="64429cd7-e40c-4b9e-9576-0e3e821bcb37" providerId="ADAL" clId="{3C686367-CC1C-4F05-AEA3-200CA9783E60}" dt="2026-05-08T21:11:04.530" v="6496" actId="1076"/>
          <ac:spMkLst>
            <pc:docMk/>
            <pc:sldMk cId="116121560" sldId="2147470135"/>
            <ac:spMk id="11" creationId="{6A139490-E370-11AE-FF37-9AE552FE030F}"/>
          </ac:spMkLst>
        </pc:spChg>
      </pc:sldChg>
      <pc:sldChg chg="addSp modSp mod">
        <pc:chgData name="Justine Cocchi" userId="64429cd7-e40c-4b9e-9576-0e3e821bcb37" providerId="ADAL" clId="{3C686367-CC1C-4F05-AEA3-200CA9783E60}" dt="2026-05-11T06:04:37.395" v="8394" actId="1076"/>
        <pc:sldMkLst>
          <pc:docMk/>
          <pc:sldMk cId="1668248085" sldId="2147470138"/>
        </pc:sldMkLst>
        <pc:spChg chg="mod">
          <ac:chgData name="Justine Cocchi" userId="64429cd7-e40c-4b9e-9576-0e3e821bcb37" providerId="ADAL" clId="{3C686367-CC1C-4F05-AEA3-200CA9783E60}" dt="2026-05-11T06:03:31.015" v="8382" actId="1076"/>
          <ac:spMkLst>
            <pc:docMk/>
            <pc:sldMk cId="1668248085" sldId="2147470138"/>
            <ac:spMk id="5" creationId="{CA214940-AA92-D20D-9AFF-3A11F815C7C2}"/>
          </ac:spMkLst>
        </pc:spChg>
        <pc:spChg chg="mod">
          <ac:chgData name="Justine Cocchi" userId="64429cd7-e40c-4b9e-9576-0e3e821bcb37" providerId="ADAL" clId="{3C686367-CC1C-4F05-AEA3-200CA9783E60}" dt="2026-05-11T06:02:44.887" v="8376" actId="1076"/>
          <ac:spMkLst>
            <pc:docMk/>
            <pc:sldMk cId="1668248085" sldId="2147470138"/>
            <ac:spMk id="6" creationId="{5CE81773-AF54-C6FC-D6AF-76D05BFBBD5B}"/>
          </ac:spMkLst>
        </pc:spChg>
        <pc:spChg chg="mod">
          <ac:chgData name="Justine Cocchi" userId="64429cd7-e40c-4b9e-9576-0e3e821bcb37" providerId="ADAL" clId="{3C686367-CC1C-4F05-AEA3-200CA9783E60}" dt="2026-05-11T06:02:44.887" v="8376" actId="1076"/>
          <ac:spMkLst>
            <pc:docMk/>
            <pc:sldMk cId="1668248085" sldId="2147470138"/>
            <ac:spMk id="7" creationId="{E40184F9-600A-209D-BBF4-4403A903063B}"/>
          </ac:spMkLst>
        </pc:spChg>
        <pc:spChg chg="mod">
          <ac:chgData name="Justine Cocchi" userId="64429cd7-e40c-4b9e-9576-0e3e821bcb37" providerId="ADAL" clId="{3C686367-CC1C-4F05-AEA3-200CA9783E60}" dt="2026-05-11T06:04:37.395" v="8394" actId="1076"/>
          <ac:spMkLst>
            <pc:docMk/>
            <pc:sldMk cId="1668248085" sldId="2147470138"/>
            <ac:spMk id="8" creationId="{18A8A43C-942E-6E4E-55B9-DA24981A9094}"/>
          </ac:spMkLst>
        </pc:spChg>
        <pc:spChg chg="add mod ord">
          <ac:chgData name="Justine Cocchi" userId="64429cd7-e40c-4b9e-9576-0e3e821bcb37" providerId="ADAL" clId="{3C686367-CC1C-4F05-AEA3-200CA9783E60}" dt="2026-05-11T06:04:04.567" v="8390" actId="1076"/>
          <ac:spMkLst>
            <pc:docMk/>
            <pc:sldMk cId="1668248085" sldId="2147470138"/>
            <ac:spMk id="9" creationId="{94BA74DE-1ABF-E48D-8A74-6485D05AD470}"/>
          </ac:spMkLst>
        </pc:spChg>
        <pc:spChg chg="add mod ord">
          <ac:chgData name="Justine Cocchi" userId="64429cd7-e40c-4b9e-9576-0e3e821bcb37" providerId="ADAL" clId="{3C686367-CC1C-4F05-AEA3-200CA9783E60}" dt="2026-05-11T06:04:21.432" v="8393" actId="1076"/>
          <ac:spMkLst>
            <pc:docMk/>
            <pc:sldMk cId="1668248085" sldId="2147470138"/>
            <ac:spMk id="17" creationId="{C4CE0BB1-1052-2150-7B04-32EC4C002889}"/>
          </ac:spMkLst>
        </pc:spChg>
        <pc:picChg chg="mod">
          <ac:chgData name="Justine Cocchi" userId="64429cd7-e40c-4b9e-9576-0e3e821bcb37" providerId="ADAL" clId="{3C686367-CC1C-4F05-AEA3-200CA9783E60}" dt="2026-05-11T06:03:23.584" v="8381" actId="1076"/>
          <ac:picMkLst>
            <pc:docMk/>
            <pc:sldMk cId="1668248085" sldId="2147470138"/>
            <ac:picMk id="3" creationId="{F22192CB-85E3-5570-08D7-C0E7495D355D}"/>
          </ac:picMkLst>
        </pc:picChg>
        <pc:picChg chg="mod">
          <ac:chgData name="Justine Cocchi" userId="64429cd7-e40c-4b9e-9576-0e3e821bcb37" providerId="ADAL" clId="{3C686367-CC1C-4F05-AEA3-200CA9783E60}" dt="2026-05-11T06:04:12.049" v="8392" actId="1076"/>
          <ac:picMkLst>
            <pc:docMk/>
            <pc:sldMk cId="1668248085" sldId="2147470138"/>
            <ac:picMk id="12" creationId="{9033F080-2068-E9A1-4B3F-733AE974D75D}"/>
          </ac:picMkLst>
        </pc:picChg>
        <pc:picChg chg="mod">
          <ac:chgData name="Justine Cocchi" userId="64429cd7-e40c-4b9e-9576-0e3e821bcb37" providerId="ADAL" clId="{3C686367-CC1C-4F05-AEA3-200CA9783E60}" dt="2026-05-11T06:02:44.887" v="8376" actId="1076"/>
          <ac:picMkLst>
            <pc:docMk/>
            <pc:sldMk cId="1668248085" sldId="2147470138"/>
            <ac:picMk id="13" creationId="{F22C4A3B-7383-5D84-8DBB-1DA6EF908DA5}"/>
          </ac:picMkLst>
        </pc:picChg>
        <pc:picChg chg="mod">
          <ac:chgData name="Justine Cocchi" userId="64429cd7-e40c-4b9e-9576-0e3e821bcb37" providerId="ADAL" clId="{3C686367-CC1C-4F05-AEA3-200CA9783E60}" dt="2026-05-11T06:02:44.887" v="8376" actId="1076"/>
          <ac:picMkLst>
            <pc:docMk/>
            <pc:sldMk cId="1668248085" sldId="2147470138"/>
            <ac:picMk id="14" creationId="{50840030-6142-6594-D5BC-9E55DEA1346C}"/>
          </ac:picMkLst>
        </pc:picChg>
        <pc:picChg chg="mod">
          <ac:chgData name="Justine Cocchi" userId="64429cd7-e40c-4b9e-9576-0e3e821bcb37" providerId="ADAL" clId="{3C686367-CC1C-4F05-AEA3-200CA9783E60}" dt="2026-05-11T06:02:44.887" v="8376" actId="1076"/>
          <ac:picMkLst>
            <pc:docMk/>
            <pc:sldMk cId="1668248085" sldId="2147470138"/>
            <ac:picMk id="15" creationId="{273F49F6-CAE4-AE01-E50A-49D08A206E83}"/>
          </ac:picMkLst>
        </pc:picChg>
        <pc:picChg chg="mod">
          <ac:chgData name="Justine Cocchi" userId="64429cd7-e40c-4b9e-9576-0e3e821bcb37" providerId="ADAL" clId="{3C686367-CC1C-4F05-AEA3-200CA9783E60}" dt="2026-05-11T06:04:06.976" v="8391" actId="1076"/>
          <ac:picMkLst>
            <pc:docMk/>
            <pc:sldMk cId="1668248085" sldId="2147470138"/>
            <ac:picMk id="18" creationId="{706B18EA-B1ED-869B-07DD-0CC1F8527EFE}"/>
          </ac:picMkLst>
        </pc:picChg>
        <pc:picChg chg="mod">
          <ac:chgData name="Justine Cocchi" userId="64429cd7-e40c-4b9e-9576-0e3e821bcb37" providerId="ADAL" clId="{3C686367-CC1C-4F05-AEA3-200CA9783E60}" dt="2026-05-11T06:03:52.316" v="8387" actId="1076"/>
          <ac:picMkLst>
            <pc:docMk/>
            <pc:sldMk cId="1668248085" sldId="2147470138"/>
            <ac:picMk id="20" creationId="{42A172BF-9059-78A5-6B58-55B25E80695B}"/>
          </ac:picMkLst>
        </pc:picChg>
        <pc:picChg chg="mod">
          <ac:chgData name="Justine Cocchi" userId="64429cd7-e40c-4b9e-9576-0e3e821bcb37" providerId="ADAL" clId="{3C686367-CC1C-4F05-AEA3-200CA9783E60}" dt="2026-05-11T06:02:44.887" v="8376" actId="1076"/>
          <ac:picMkLst>
            <pc:docMk/>
            <pc:sldMk cId="1668248085" sldId="2147470138"/>
            <ac:picMk id="21" creationId="{CF32BA36-BABE-A527-52E6-E7FE38D1F8CF}"/>
          </ac:picMkLst>
        </pc:picChg>
      </pc:sldChg>
      <pc:sldChg chg="modSp mod">
        <pc:chgData name="Justine Cocchi" userId="64429cd7-e40c-4b9e-9576-0e3e821bcb37" providerId="ADAL" clId="{3C686367-CC1C-4F05-AEA3-200CA9783E60}" dt="2026-05-11T05:57:18.675" v="8324" actId="14100"/>
        <pc:sldMkLst>
          <pc:docMk/>
          <pc:sldMk cId="112875590" sldId="2147470139"/>
        </pc:sldMkLst>
        <pc:spChg chg="mod">
          <ac:chgData name="Justine Cocchi" userId="64429cd7-e40c-4b9e-9576-0e3e821bcb37" providerId="ADAL" clId="{3C686367-CC1C-4F05-AEA3-200CA9783E60}" dt="2026-05-11T05:55:51.032" v="8315" actId="1076"/>
          <ac:spMkLst>
            <pc:docMk/>
            <pc:sldMk cId="112875590" sldId="2147470139"/>
            <ac:spMk id="2" creationId="{CE9B1675-6FE2-4C89-8D1E-1699D5FF6845}"/>
          </ac:spMkLst>
        </pc:spChg>
        <pc:spChg chg="mod">
          <ac:chgData name="Justine Cocchi" userId="64429cd7-e40c-4b9e-9576-0e3e821bcb37" providerId="ADAL" clId="{3C686367-CC1C-4F05-AEA3-200CA9783E60}" dt="2026-05-11T05:57:07.221" v="8321" actId="1076"/>
          <ac:spMkLst>
            <pc:docMk/>
            <pc:sldMk cId="112875590" sldId="2147470139"/>
            <ac:spMk id="14" creationId="{AFE365CE-D41A-D020-1099-0525B2CC1C06}"/>
          </ac:spMkLst>
        </pc:spChg>
        <pc:spChg chg="mod">
          <ac:chgData name="Justine Cocchi" userId="64429cd7-e40c-4b9e-9576-0e3e821bcb37" providerId="ADAL" clId="{3C686367-CC1C-4F05-AEA3-200CA9783E60}" dt="2026-05-11T05:57:07.221" v="8321" actId="1076"/>
          <ac:spMkLst>
            <pc:docMk/>
            <pc:sldMk cId="112875590" sldId="2147470139"/>
            <ac:spMk id="16" creationId="{C5EF333B-4096-CC77-18D0-01B50147B617}"/>
          </ac:spMkLst>
        </pc:spChg>
        <pc:spChg chg="mod">
          <ac:chgData name="Justine Cocchi" userId="64429cd7-e40c-4b9e-9576-0e3e821bcb37" providerId="ADAL" clId="{3C686367-CC1C-4F05-AEA3-200CA9783E60}" dt="2026-05-11T05:57:07.221" v="8321" actId="1076"/>
          <ac:spMkLst>
            <pc:docMk/>
            <pc:sldMk cId="112875590" sldId="2147470139"/>
            <ac:spMk id="46" creationId="{98443B10-16DE-29D7-B679-EFA76C3D6C74}"/>
          </ac:spMkLst>
        </pc:spChg>
        <pc:spChg chg="mod">
          <ac:chgData name="Justine Cocchi" userId="64429cd7-e40c-4b9e-9576-0e3e821bcb37" providerId="ADAL" clId="{3C686367-CC1C-4F05-AEA3-200CA9783E60}" dt="2026-05-11T05:57:15.259" v="8322" actId="14100"/>
          <ac:spMkLst>
            <pc:docMk/>
            <pc:sldMk cId="112875590" sldId="2147470139"/>
            <ac:spMk id="76" creationId="{4242FDF6-63B0-AA35-4B69-DC292CCF6528}"/>
          </ac:spMkLst>
        </pc:spChg>
        <pc:spChg chg="mod">
          <ac:chgData name="Justine Cocchi" userId="64429cd7-e40c-4b9e-9576-0e3e821bcb37" providerId="ADAL" clId="{3C686367-CC1C-4F05-AEA3-200CA9783E60}" dt="2026-05-11T05:57:07.221" v="8321" actId="1076"/>
          <ac:spMkLst>
            <pc:docMk/>
            <pc:sldMk cId="112875590" sldId="2147470139"/>
            <ac:spMk id="78" creationId="{A743EEBE-B660-342E-2D19-D35C60DCA10F}"/>
          </ac:spMkLst>
        </pc:spChg>
        <pc:spChg chg="mod">
          <ac:chgData name="Justine Cocchi" userId="64429cd7-e40c-4b9e-9576-0e3e821bcb37" providerId="ADAL" clId="{3C686367-CC1C-4F05-AEA3-200CA9783E60}" dt="2026-05-11T05:57:07.221" v="8321" actId="1076"/>
          <ac:spMkLst>
            <pc:docMk/>
            <pc:sldMk cId="112875590" sldId="2147470139"/>
            <ac:spMk id="80" creationId="{40C7E911-EF34-EB7C-D8C6-185437F39071}"/>
          </ac:spMkLst>
        </pc:spChg>
        <pc:spChg chg="mod">
          <ac:chgData name="Justine Cocchi" userId="64429cd7-e40c-4b9e-9576-0e3e821bcb37" providerId="ADAL" clId="{3C686367-CC1C-4F05-AEA3-200CA9783E60}" dt="2026-05-11T05:56:45.408" v="8320" actId="1076"/>
          <ac:spMkLst>
            <pc:docMk/>
            <pc:sldMk cId="112875590" sldId="2147470139"/>
            <ac:spMk id="88" creationId="{8E7BF7F8-8C72-A0A9-AAD1-AC09782F5567}"/>
          </ac:spMkLst>
        </pc:spChg>
        <pc:spChg chg="mod">
          <ac:chgData name="Justine Cocchi" userId="64429cd7-e40c-4b9e-9576-0e3e821bcb37" providerId="ADAL" clId="{3C686367-CC1C-4F05-AEA3-200CA9783E60}" dt="2026-05-11T05:56:45.408" v="8320" actId="1076"/>
          <ac:spMkLst>
            <pc:docMk/>
            <pc:sldMk cId="112875590" sldId="2147470139"/>
            <ac:spMk id="90" creationId="{EAB09A2C-5572-FDA8-1626-0239916B84CE}"/>
          </ac:spMkLst>
        </pc:spChg>
        <pc:spChg chg="mod">
          <ac:chgData name="Justine Cocchi" userId="64429cd7-e40c-4b9e-9576-0e3e821bcb37" providerId="ADAL" clId="{3C686367-CC1C-4F05-AEA3-200CA9783E60}" dt="2026-05-11T05:56:45.408" v="8320" actId="1076"/>
          <ac:spMkLst>
            <pc:docMk/>
            <pc:sldMk cId="112875590" sldId="2147470139"/>
            <ac:spMk id="92" creationId="{64C9856F-82EA-9F92-13C7-E0DA54884E62}"/>
          </ac:spMkLst>
        </pc:spChg>
        <pc:spChg chg="mod">
          <ac:chgData name="Justine Cocchi" userId="64429cd7-e40c-4b9e-9576-0e3e821bcb37" providerId="ADAL" clId="{3C686367-CC1C-4F05-AEA3-200CA9783E60}" dt="2026-05-11T05:56:35.573" v="8319" actId="1076"/>
          <ac:spMkLst>
            <pc:docMk/>
            <pc:sldMk cId="112875590" sldId="2147470139"/>
            <ac:spMk id="94" creationId="{E51858AB-6B94-B6AA-D5F0-7EBE867904AA}"/>
          </ac:spMkLst>
        </pc:spChg>
        <pc:spChg chg="mod">
          <ac:chgData name="Justine Cocchi" userId="64429cd7-e40c-4b9e-9576-0e3e821bcb37" providerId="ADAL" clId="{3C686367-CC1C-4F05-AEA3-200CA9783E60}" dt="2026-05-11T05:56:35.573" v="8319" actId="1076"/>
          <ac:spMkLst>
            <pc:docMk/>
            <pc:sldMk cId="112875590" sldId="2147470139"/>
            <ac:spMk id="96" creationId="{C7A0EFD5-CA89-C8E2-12E1-B2AA51D099BD}"/>
          </ac:spMkLst>
        </pc:spChg>
        <pc:spChg chg="mod">
          <ac:chgData name="Justine Cocchi" userId="64429cd7-e40c-4b9e-9576-0e3e821bcb37" providerId="ADAL" clId="{3C686367-CC1C-4F05-AEA3-200CA9783E60}" dt="2026-05-11T05:56:35.573" v="8319" actId="1076"/>
          <ac:spMkLst>
            <pc:docMk/>
            <pc:sldMk cId="112875590" sldId="2147470139"/>
            <ac:spMk id="98" creationId="{C5F97089-ECF5-2A17-647D-4B16B0F20CD7}"/>
          </ac:spMkLst>
        </pc:spChg>
        <pc:spChg chg="mod">
          <ac:chgData name="Justine Cocchi" userId="64429cd7-e40c-4b9e-9576-0e3e821bcb37" providerId="ADAL" clId="{3C686367-CC1C-4F05-AEA3-200CA9783E60}" dt="2026-05-11T05:57:18.675" v="8324" actId="14100"/>
          <ac:spMkLst>
            <pc:docMk/>
            <pc:sldMk cId="112875590" sldId="2147470139"/>
            <ac:spMk id="100" creationId="{211D7310-6FD8-6BE4-0693-90367FCAC306}"/>
          </ac:spMkLst>
        </pc:spChg>
        <pc:spChg chg="mod">
          <ac:chgData name="Justine Cocchi" userId="64429cd7-e40c-4b9e-9576-0e3e821bcb37" providerId="ADAL" clId="{3C686367-CC1C-4F05-AEA3-200CA9783E60}" dt="2026-05-11T05:57:07.221" v="8321" actId="1076"/>
          <ac:spMkLst>
            <pc:docMk/>
            <pc:sldMk cId="112875590" sldId="2147470139"/>
            <ac:spMk id="102" creationId="{2D2AA7EA-3905-8018-D5F0-1CD7488B6FD8}"/>
          </ac:spMkLst>
        </pc:spChg>
        <pc:spChg chg="mod">
          <ac:chgData name="Justine Cocchi" userId="64429cd7-e40c-4b9e-9576-0e3e821bcb37" providerId="ADAL" clId="{3C686367-CC1C-4F05-AEA3-200CA9783E60}" dt="2026-05-11T05:57:07.221" v="8321" actId="1076"/>
          <ac:spMkLst>
            <pc:docMk/>
            <pc:sldMk cId="112875590" sldId="2147470139"/>
            <ac:spMk id="104" creationId="{1AC58EE6-7C21-A062-4AAE-EC7FC7BC5A8E}"/>
          </ac:spMkLst>
        </pc:spChg>
      </pc:sldChg>
      <pc:sldChg chg="addSp modSp mod">
        <pc:chgData name="Justine Cocchi" userId="64429cd7-e40c-4b9e-9576-0e3e821bcb37" providerId="ADAL" clId="{3C686367-CC1C-4F05-AEA3-200CA9783E60}" dt="2026-05-11T17:10:07.471" v="8638" actId="122"/>
        <pc:sldMkLst>
          <pc:docMk/>
          <pc:sldMk cId="556978701" sldId="2147470141"/>
        </pc:sldMkLst>
        <pc:spChg chg="mod">
          <ac:chgData name="Justine Cocchi" userId="64429cd7-e40c-4b9e-9576-0e3e821bcb37" providerId="ADAL" clId="{3C686367-CC1C-4F05-AEA3-200CA9783E60}" dt="2026-05-11T16:03:08.673" v="8577" actId="207"/>
          <ac:spMkLst>
            <pc:docMk/>
            <pc:sldMk cId="556978701" sldId="2147470141"/>
            <ac:spMk id="3" creationId="{A6FE77B1-C411-2A14-407D-7F4564CF2A54}"/>
          </ac:spMkLst>
        </pc:spChg>
        <pc:spChg chg="mod">
          <ac:chgData name="Justine Cocchi" userId="64429cd7-e40c-4b9e-9576-0e3e821bcb37" providerId="ADAL" clId="{3C686367-CC1C-4F05-AEA3-200CA9783E60}" dt="2026-05-11T16:02:42.067" v="8573" actId="1076"/>
          <ac:spMkLst>
            <pc:docMk/>
            <pc:sldMk cId="556978701" sldId="2147470141"/>
            <ac:spMk id="5" creationId="{B3BE1FE3-152F-9FD9-B691-9878A363BB57}"/>
          </ac:spMkLst>
        </pc:spChg>
        <pc:spChg chg="mod">
          <ac:chgData name="Justine Cocchi" userId="64429cd7-e40c-4b9e-9576-0e3e821bcb37" providerId="ADAL" clId="{3C686367-CC1C-4F05-AEA3-200CA9783E60}" dt="2026-05-11T06:01:06.124" v="8358" actId="1076"/>
          <ac:spMkLst>
            <pc:docMk/>
            <pc:sldMk cId="556978701" sldId="2147470141"/>
            <ac:spMk id="6" creationId="{B65FB8F5-E86F-7908-5380-6C5FA1DD20CC}"/>
          </ac:spMkLst>
        </pc:spChg>
        <pc:spChg chg="mod">
          <ac:chgData name="Justine Cocchi" userId="64429cd7-e40c-4b9e-9576-0e3e821bcb37" providerId="ADAL" clId="{3C686367-CC1C-4F05-AEA3-200CA9783E60}" dt="2026-05-11T06:00:36.111" v="8355" actId="1076"/>
          <ac:spMkLst>
            <pc:docMk/>
            <pc:sldMk cId="556978701" sldId="2147470141"/>
            <ac:spMk id="7" creationId="{DA58510E-6646-228C-0044-DD86E699A361}"/>
          </ac:spMkLst>
        </pc:spChg>
        <pc:spChg chg="mod">
          <ac:chgData name="Justine Cocchi" userId="64429cd7-e40c-4b9e-9576-0e3e821bcb37" providerId="ADAL" clId="{3C686367-CC1C-4F05-AEA3-200CA9783E60}" dt="2026-05-11T06:01:06.124" v="8358" actId="1076"/>
          <ac:spMkLst>
            <pc:docMk/>
            <pc:sldMk cId="556978701" sldId="2147470141"/>
            <ac:spMk id="8" creationId="{86981B05-37E5-601F-5FFD-115598A66EF5}"/>
          </ac:spMkLst>
        </pc:spChg>
        <pc:spChg chg="mod">
          <ac:chgData name="Justine Cocchi" userId="64429cd7-e40c-4b9e-9576-0e3e821bcb37" providerId="ADAL" clId="{3C686367-CC1C-4F05-AEA3-200CA9783E60}" dt="2026-05-11T05:41:26.050" v="8156" actId="1076"/>
          <ac:spMkLst>
            <pc:docMk/>
            <pc:sldMk cId="556978701" sldId="2147470141"/>
            <ac:spMk id="9" creationId="{57CFE7EF-5D6C-F64A-3F71-4113775633B3}"/>
          </ac:spMkLst>
        </pc:spChg>
        <pc:spChg chg="mod">
          <ac:chgData name="Justine Cocchi" userId="64429cd7-e40c-4b9e-9576-0e3e821bcb37" providerId="ADAL" clId="{3C686367-CC1C-4F05-AEA3-200CA9783E60}" dt="2026-05-11T06:00:36.111" v="8355" actId="1076"/>
          <ac:spMkLst>
            <pc:docMk/>
            <pc:sldMk cId="556978701" sldId="2147470141"/>
            <ac:spMk id="11" creationId="{7C175FE4-4417-90B1-A8FF-8062CDD9DC5A}"/>
          </ac:spMkLst>
        </pc:spChg>
        <pc:spChg chg="add mod ord">
          <ac:chgData name="Justine Cocchi" userId="64429cd7-e40c-4b9e-9576-0e3e821bcb37" providerId="ADAL" clId="{3C686367-CC1C-4F05-AEA3-200CA9783E60}" dt="2026-05-11T16:02:38.718" v="8572" actId="1076"/>
          <ac:spMkLst>
            <pc:docMk/>
            <pc:sldMk cId="556978701" sldId="2147470141"/>
            <ac:spMk id="22" creationId="{E6C815D8-D6EF-3022-03D4-68C6DDF6E3CB}"/>
          </ac:spMkLst>
        </pc:spChg>
        <pc:spChg chg="mod">
          <ac:chgData name="Justine Cocchi" userId="64429cd7-e40c-4b9e-9576-0e3e821bcb37" providerId="ADAL" clId="{3C686367-CC1C-4F05-AEA3-200CA9783E60}" dt="2026-05-11T17:10:07.471" v="8638" actId="122"/>
          <ac:spMkLst>
            <pc:docMk/>
            <pc:sldMk cId="556978701" sldId="2147470141"/>
            <ac:spMk id="78" creationId="{87FB78CA-9C23-6575-AAA2-C81658978985}"/>
          </ac:spMkLst>
        </pc:spChg>
        <pc:spChg chg="mod">
          <ac:chgData name="Justine Cocchi" userId="64429cd7-e40c-4b9e-9576-0e3e821bcb37" providerId="ADAL" clId="{3C686367-CC1C-4F05-AEA3-200CA9783E60}" dt="2026-05-11T06:00:36.111" v="8355" actId="1076"/>
          <ac:spMkLst>
            <pc:docMk/>
            <pc:sldMk cId="556978701" sldId="2147470141"/>
            <ac:spMk id="92" creationId="{AB5F3BDC-B392-489B-C996-12B67227E27D}"/>
          </ac:spMkLst>
        </pc:spChg>
        <pc:picChg chg="mod">
          <ac:chgData name="Justine Cocchi" userId="64429cd7-e40c-4b9e-9576-0e3e821bcb37" providerId="ADAL" clId="{3C686367-CC1C-4F05-AEA3-200CA9783E60}" dt="2026-05-11T06:00:36.111" v="8355" actId="1076"/>
          <ac:picMkLst>
            <pc:docMk/>
            <pc:sldMk cId="556978701" sldId="2147470141"/>
            <ac:picMk id="16" creationId="{A7ED4361-8E15-9D3F-D378-3BE24628F00D}"/>
          </ac:picMkLst>
        </pc:picChg>
        <pc:picChg chg="mod">
          <ac:chgData name="Justine Cocchi" userId="64429cd7-e40c-4b9e-9576-0e3e821bcb37" providerId="ADAL" clId="{3C686367-CC1C-4F05-AEA3-200CA9783E60}" dt="2026-05-11T05:58:08.095" v="8330" actId="1076"/>
          <ac:picMkLst>
            <pc:docMk/>
            <pc:sldMk cId="556978701" sldId="2147470141"/>
            <ac:picMk id="17" creationId="{930BD787-C425-A297-E702-C556AB4714E1}"/>
          </ac:picMkLst>
        </pc:picChg>
        <pc:picChg chg="mod">
          <ac:chgData name="Justine Cocchi" userId="64429cd7-e40c-4b9e-9576-0e3e821bcb37" providerId="ADAL" clId="{3C686367-CC1C-4F05-AEA3-200CA9783E60}" dt="2026-05-11T05:57:57.963" v="8326" actId="1076"/>
          <ac:picMkLst>
            <pc:docMk/>
            <pc:sldMk cId="556978701" sldId="2147470141"/>
            <ac:picMk id="18" creationId="{AD0FBE98-A186-3E2F-ACCD-152B9AC1F32C}"/>
          </ac:picMkLst>
        </pc:picChg>
        <pc:cxnChg chg="mod">
          <ac:chgData name="Justine Cocchi" userId="64429cd7-e40c-4b9e-9576-0e3e821bcb37" providerId="ADAL" clId="{3C686367-CC1C-4F05-AEA3-200CA9783E60}" dt="2026-05-11T16:02:46.971" v="8575" actId="14100"/>
          <ac:cxnSpMkLst>
            <pc:docMk/>
            <pc:sldMk cId="556978701" sldId="2147470141"/>
            <ac:cxnSpMk id="4" creationId="{B3CBCB0F-7AEF-505E-7718-43598791700C}"/>
          </ac:cxnSpMkLst>
        </pc:cxnChg>
        <pc:cxnChg chg="add mod">
          <ac:chgData name="Justine Cocchi" userId="64429cd7-e40c-4b9e-9576-0e3e821bcb37" providerId="ADAL" clId="{3C686367-CC1C-4F05-AEA3-200CA9783E60}" dt="2026-05-11T16:02:44.604" v="8574" actId="14100"/>
          <ac:cxnSpMkLst>
            <pc:docMk/>
            <pc:sldMk cId="556978701" sldId="2147470141"/>
            <ac:cxnSpMk id="14" creationId="{F5542D9D-7698-693F-A925-864D78BC4941}"/>
          </ac:cxnSpMkLst>
        </pc:cxnChg>
      </pc:sldChg>
      <pc:sldChg chg="mod modShow">
        <pc:chgData name="Justine Cocchi" userId="64429cd7-e40c-4b9e-9576-0e3e821bcb37" providerId="ADAL" clId="{3C686367-CC1C-4F05-AEA3-200CA9783E60}" dt="2026-05-08T22:46:37.383" v="6710" actId="729"/>
        <pc:sldMkLst>
          <pc:docMk/>
          <pc:sldMk cId="2620802210" sldId="2147470142"/>
        </pc:sldMkLst>
      </pc:sldChg>
      <pc:sldChg chg="modSp mod modShow">
        <pc:chgData name="Justine Cocchi" userId="64429cd7-e40c-4b9e-9576-0e3e821bcb37" providerId="ADAL" clId="{3C686367-CC1C-4F05-AEA3-200CA9783E60}" dt="2026-05-19T17:51:45.757" v="8700" actId="1076"/>
        <pc:sldMkLst>
          <pc:docMk/>
          <pc:sldMk cId="4166010054" sldId="2147470143"/>
        </pc:sldMkLst>
        <pc:spChg chg="mod">
          <ac:chgData name="Justine Cocchi" userId="64429cd7-e40c-4b9e-9576-0e3e821bcb37" providerId="ADAL" clId="{3C686367-CC1C-4F05-AEA3-200CA9783E60}" dt="2026-05-19T17:51:45.757" v="8700" actId="1076"/>
          <ac:spMkLst>
            <pc:docMk/>
            <pc:sldMk cId="4166010054" sldId="2147470143"/>
            <ac:spMk id="9" creationId="{79B6B217-8F42-E59F-1962-4CA41AFF9346}"/>
          </ac:spMkLst>
        </pc:spChg>
        <pc:spChg chg="mod">
          <ac:chgData name="Justine Cocchi" userId="64429cd7-e40c-4b9e-9576-0e3e821bcb37" providerId="ADAL" clId="{3C686367-CC1C-4F05-AEA3-200CA9783E60}" dt="2026-05-11T21:52:36.266" v="8698" actId="2085"/>
          <ac:spMkLst>
            <pc:docMk/>
            <pc:sldMk cId="4166010054" sldId="2147470143"/>
            <ac:spMk id="78" creationId="{596086F3-B64B-B53F-D15B-7278D15DCA90}"/>
          </ac:spMkLst>
        </pc:spChg>
      </pc:sldChg>
      <pc:sldChg chg="addSp delSp modSp add mod ord modAnim modShow modNotesTx">
        <pc:chgData name="Justine Cocchi" userId="64429cd7-e40c-4b9e-9576-0e3e821bcb37" providerId="ADAL" clId="{3C686367-CC1C-4F05-AEA3-200CA9783E60}" dt="2026-05-10T04:23:45.821" v="6716" actId="207"/>
        <pc:sldMkLst>
          <pc:docMk/>
          <pc:sldMk cId="2643164057" sldId="2147470145"/>
        </pc:sldMkLst>
        <pc:spChg chg="mod">
          <ac:chgData name="Justine Cocchi" userId="64429cd7-e40c-4b9e-9576-0e3e821bcb37" providerId="ADAL" clId="{3C686367-CC1C-4F05-AEA3-200CA9783E60}" dt="2026-05-08T19:19:53.598" v="5323" actId="20577"/>
          <ac:spMkLst>
            <pc:docMk/>
            <pc:sldMk cId="2643164057" sldId="2147470145"/>
            <ac:spMk id="4" creationId="{A8E43DEE-95E5-3E90-E1A9-F0BEFBB77FC3}"/>
          </ac:spMkLst>
        </pc:spChg>
        <pc:spChg chg="mod">
          <ac:chgData name="Justine Cocchi" userId="64429cd7-e40c-4b9e-9576-0e3e821bcb37" providerId="ADAL" clId="{3C686367-CC1C-4F05-AEA3-200CA9783E60}" dt="2026-05-08T19:33:46.310" v="6139" actId="1076"/>
          <ac:spMkLst>
            <pc:docMk/>
            <pc:sldMk cId="2643164057" sldId="2147470145"/>
            <ac:spMk id="48" creationId="{C118022F-555D-0805-E7F4-6C3F51C1E62D}"/>
          </ac:spMkLst>
        </pc:spChg>
        <pc:spChg chg="add mod">
          <ac:chgData name="Justine Cocchi" userId="64429cd7-e40c-4b9e-9576-0e3e821bcb37" providerId="ADAL" clId="{3C686367-CC1C-4F05-AEA3-200CA9783E60}" dt="2026-05-08T19:19:03.735" v="5239" actId="1076"/>
          <ac:spMkLst>
            <pc:docMk/>
            <pc:sldMk cId="2643164057" sldId="2147470145"/>
            <ac:spMk id="51" creationId="{A148D5F2-ED75-C27A-6564-F118B489E068}"/>
          </ac:spMkLst>
        </pc:spChg>
        <pc:spChg chg="mod">
          <ac:chgData name="Justine Cocchi" userId="64429cd7-e40c-4b9e-9576-0e3e821bcb37" providerId="ADAL" clId="{3C686367-CC1C-4F05-AEA3-200CA9783E60}" dt="2026-05-08T19:20:07.957" v="5324" actId="1076"/>
          <ac:spMkLst>
            <pc:docMk/>
            <pc:sldMk cId="2643164057" sldId="2147470145"/>
            <ac:spMk id="52" creationId="{2081323B-48BC-6506-70BE-A7B92D46E04B}"/>
          </ac:spMkLst>
        </pc:spChg>
        <pc:spChg chg="mod">
          <ac:chgData name="Justine Cocchi" userId="64429cd7-e40c-4b9e-9576-0e3e821bcb37" providerId="ADAL" clId="{3C686367-CC1C-4F05-AEA3-200CA9783E60}" dt="2026-05-08T19:17:56.240" v="5202" actId="1076"/>
          <ac:spMkLst>
            <pc:docMk/>
            <pc:sldMk cId="2643164057" sldId="2147470145"/>
            <ac:spMk id="56" creationId="{91B61D88-CE67-6FB8-5DB9-A792A1C80E55}"/>
          </ac:spMkLst>
        </pc:spChg>
        <pc:spChg chg="mod">
          <ac:chgData name="Justine Cocchi" userId="64429cd7-e40c-4b9e-9576-0e3e821bcb37" providerId="ADAL" clId="{3C686367-CC1C-4F05-AEA3-200CA9783E60}" dt="2026-05-08T19:44:32.897" v="6310" actId="1036"/>
          <ac:spMkLst>
            <pc:docMk/>
            <pc:sldMk cId="2643164057" sldId="2147470145"/>
            <ac:spMk id="57" creationId="{02A0B42A-2DDA-9EE2-8B70-3EFEB0461D01}"/>
          </ac:spMkLst>
        </pc:spChg>
        <pc:spChg chg="add mod">
          <ac:chgData name="Justine Cocchi" userId="64429cd7-e40c-4b9e-9576-0e3e821bcb37" providerId="ADAL" clId="{3C686367-CC1C-4F05-AEA3-200CA9783E60}" dt="2026-05-08T19:35:07.426" v="6175" actId="1076"/>
          <ac:spMkLst>
            <pc:docMk/>
            <pc:sldMk cId="2643164057" sldId="2147470145"/>
            <ac:spMk id="59" creationId="{697C4691-F8AF-C3EA-69C6-67051FA72974}"/>
          </ac:spMkLst>
        </pc:spChg>
        <pc:spChg chg="add del mod">
          <ac:chgData name="Justine Cocchi" userId="64429cd7-e40c-4b9e-9576-0e3e821bcb37" providerId="ADAL" clId="{3C686367-CC1C-4F05-AEA3-200CA9783E60}" dt="2026-05-08T19:20:07.957" v="5324" actId="1076"/>
          <ac:spMkLst>
            <pc:docMk/>
            <pc:sldMk cId="2643164057" sldId="2147470145"/>
            <ac:spMk id="62" creationId="{5CD3E4BC-D940-C776-152C-31CFC4300871}"/>
          </ac:spMkLst>
        </pc:spChg>
        <pc:spChg chg="add del mod">
          <ac:chgData name="Justine Cocchi" userId="64429cd7-e40c-4b9e-9576-0e3e821bcb37" providerId="ADAL" clId="{3C686367-CC1C-4F05-AEA3-200CA9783E60}" dt="2026-05-08T19:16:57.063" v="5195" actId="1076"/>
          <ac:spMkLst>
            <pc:docMk/>
            <pc:sldMk cId="2643164057" sldId="2147470145"/>
            <ac:spMk id="63" creationId="{0963DF63-15FB-307B-E160-A7F0FB257EFB}"/>
          </ac:spMkLst>
        </pc:spChg>
        <pc:spChg chg="add mod">
          <ac:chgData name="Justine Cocchi" userId="64429cd7-e40c-4b9e-9576-0e3e821bcb37" providerId="ADAL" clId="{3C686367-CC1C-4F05-AEA3-200CA9783E60}" dt="2026-05-08T19:19:03.735" v="5239" actId="1076"/>
          <ac:spMkLst>
            <pc:docMk/>
            <pc:sldMk cId="2643164057" sldId="2147470145"/>
            <ac:spMk id="98" creationId="{FDB86240-6B1D-A7EE-785A-894564F3E664}"/>
          </ac:spMkLst>
        </pc:spChg>
        <pc:spChg chg="add mod ord">
          <ac:chgData name="Justine Cocchi" userId="64429cd7-e40c-4b9e-9576-0e3e821bcb37" providerId="ADAL" clId="{3C686367-CC1C-4F05-AEA3-200CA9783E60}" dt="2026-05-10T04:23:45.821" v="6716" actId="207"/>
          <ac:spMkLst>
            <pc:docMk/>
            <pc:sldMk cId="2643164057" sldId="2147470145"/>
            <ac:spMk id="99" creationId="{BC08E1FC-745C-2263-2A6D-692FFCC3A54A}"/>
          </ac:spMkLst>
        </pc:spChg>
        <pc:picChg chg="mod">
          <ac:chgData name="Justine Cocchi" userId="64429cd7-e40c-4b9e-9576-0e3e821bcb37" providerId="ADAL" clId="{3C686367-CC1C-4F05-AEA3-200CA9783E60}" dt="2026-05-08T19:17:56.240" v="5202" actId="1076"/>
          <ac:picMkLst>
            <pc:docMk/>
            <pc:sldMk cId="2643164057" sldId="2147470145"/>
            <ac:picMk id="50" creationId="{B3CE95CA-A282-A475-453A-F1BEBC11C09D}"/>
          </ac:picMkLst>
        </pc:picChg>
        <pc:picChg chg="mod">
          <ac:chgData name="Justine Cocchi" userId="64429cd7-e40c-4b9e-9576-0e3e821bcb37" providerId="ADAL" clId="{3C686367-CC1C-4F05-AEA3-200CA9783E60}" dt="2026-05-08T19:17:56.240" v="5202" actId="1076"/>
          <ac:picMkLst>
            <pc:docMk/>
            <pc:sldMk cId="2643164057" sldId="2147470145"/>
            <ac:picMk id="58" creationId="{5F312CAA-CCE6-403B-761D-5B94E12C8F6A}"/>
          </ac:picMkLst>
        </pc:picChg>
        <pc:picChg chg="mod">
          <ac:chgData name="Justine Cocchi" userId="64429cd7-e40c-4b9e-9576-0e3e821bcb37" providerId="ADAL" clId="{3C686367-CC1C-4F05-AEA3-200CA9783E60}" dt="2026-05-08T19:17:56.240" v="5202" actId="1076"/>
          <ac:picMkLst>
            <pc:docMk/>
            <pc:sldMk cId="2643164057" sldId="2147470145"/>
            <ac:picMk id="67" creationId="{C67FA662-7800-88DC-F298-A52E175528E8}"/>
          </ac:picMkLst>
        </pc:picChg>
        <pc:picChg chg="add mod">
          <ac:chgData name="Justine Cocchi" userId="64429cd7-e40c-4b9e-9576-0e3e821bcb37" providerId="ADAL" clId="{3C686367-CC1C-4F05-AEA3-200CA9783E60}" dt="2026-05-08T19:33:43.304" v="6138" actId="1076"/>
          <ac:picMkLst>
            <pc:docMk/>
            <pc:sldMk cId="2643164057" sldId="2147470145"/>
            <ac:picMk id="100" creationId="{A369D134-3694-71E9-BA29-AD1DBCDD6DE7}"/>
          </ac:picMkLst>
        </pc:picChg>
        <pc:picChg chg="add mod">
          <ac:chgData name="Justine Cocchi" userId="64429cd7-e40c-4b9e-9576-0e3e821bcb37" providerId="ADAL" clId="{3C686367-CC1C-4F05-AEA3-200CA9783E60}" dt="2026-05-08T19:34:53.329" v="6150" actId="1076"/>
          <ac:picMkLst>
            <pc:docMk/>
            <pc:sldMk cId="2643164057" sldId="2147470145"/>
            <ac:picMk id="101" creationId="{F2D50F62-4226-18CA-252D-519C2E9CBE48}"/>
          </ac:picMkLst>
        </pc:picChg>
        <pc:cxnChg chg="mod">
          <ac:chgData name="Justine Cocchi" userId="64429cd7-e40c-4b9e-9576-0e3e821bcb37" providerId="ADAL" clId="{3C686367-CC1C-4F05-AEA3-200CA9783E60}" dt="2026-05-08T19:17:56.240" v="5202" actId="1076"/>
          <ac:cxnSpMkLst>
            <pc:docMk/>
            <pc:sldMk cId="2643164057" sldId="2147470145"/>
            <ac:cxnSpMk id="54" creationId="{F8CF6D50-AFE0-08AF-AB00-6194E3F8CE25}"/>
          </ac:cxnSpMkLst>
        </pc:cxnChg>
        <pc:cxnChg chg="mod">
          <ac:chgData name="Justine Cocchi" userId="64429cd7-e40c-4b9e-9576-0e3e821bcb37" providerId="ADAL" clId="{3C686367-CC1C-4F05-AEA3-200CA9783E60}" dt="2026-05-08T19:17:17.854" v="5199" actId="14100"/>
          <ac:cxnSpMkLst>
            <pc:docMk/>
            <pc:sldMk cId="2643164057" sldId="2147470145"/>
            <ac:cxnSpMk id="61" creationId="{DD64F151-1905-E4AC-DBB0-ECE116BC17BF}"/>
          </ac:cxnSpMkLst>
        </pc:cxnChg>
        <pc:cxnChg chg="mod">
          <ac:chgData name="Justine Cocchi" userId="64429cd7-e40c-4b9e-9576-0e3e821bcb37" providerId="ADAL" clId="{3C686367-CC1C-4F05-AEA3-200CA9783E60}" dt="2026-05-08T19:18:04.001" v="5204" actId="14100"/>
          <ac:cxnSpMkLst>
            <pc:docMk/>
            <pc:sldMk cId="2643164057" sldId="2147470145"/>
            <ac:cxnSpMk id="64" creationId="{99833E81-25C1-77DB-EE97-DD06B74A8E40}"/>
          </ac:cxnSpMkLst>
        </pc:cxnChg>
      </pc:sldChg>
      <pc:sldChg chg="addSp delSp modSp add mod modTransition modAnim modNotesTx">
        <pc:chgData name="Justine Cocchi" userId="64429cd7-e40c-4b9e-9576-0e3e821bcb37" providerId="ADAL" clId="{3C686367-CC1C-4F05-AEA3-200CA9783E60}" dt="2026-05-10T04:23:58.490" v="6717" actId="207"/>
        <pc:sldMkLst>
          <pc:docMk/>
          <pc:sldMk cId="1206149253" sldId="2147470147"/>
        </pc:sldMkLst>
        <pc:spChg chg="add mod">
          <ac:chgData name="Justine Cocchi" userId="64429cd7-e40c-4b9e-9576-0e3e821bcb37" providerId="ADAL" clId="{3C686367-CC1C-4F05-AEA3-200CA9783E60}" dt="2026-05-08T20:16:30.319" v="6418" actId="1076"/>
          <ac:spMkLst>
            <pc:docMk/>
            <pc:sldMk cId="1206149253" sldId="2147470147"/>
            <ac:spMk id="10" creationId="{A94D1C37-8290-2E42-8EE5-A21DE3B40E6B}"/>
          </ac:spMkLst>
        </pc:spChg>
        <pc:spChg chg="mod">
          <ac:chgData name="Justine Cocchi" userId="64429cd7-e40c-4b9e-9576-0e3e821bcb37" providerId="ADAL" clId="{3C686367-CC1C-4F05-AEA3-200CA9783E60}" dt="2026-05-08T20:17:23.405" v="6422" actId="1076"/>
          <ac:spMkLst>
            <pc:docMk/>
            <pc:sldMk cId="1206149253" sldId="2147470147"/>
            <ac:spMk id="48" creationId="{677D70E5-E2FC-4DA8-5D8E-A90B146BE25D}"/>
          </ac:spMkLst>
        </pc:spChg>
        <pc:spChg chg="mod">
          <ac:chgData name="Justine Cocchi" userId="64429cd7-e40c-4b9e-9576-0e3e821bcb37" providerId="ADAL" clId="{3C686367-CC1C-4F05-AEA3-200CA9783E60}" dt="2026-05-08T20:17:23.405" v="6422" actId="1076"/>
          <ac:spMkLst>
            <pc:docMk/>
            <pc:sldMk cId="1206149253" sldId="2147470147"/>
            <ac:spMk id="51" creationId="{0D22BB90-D12E-807D-E48B-60E73D9EB766}"/>
          </ac:spMkLst>
        </pc:spChg>
        <pc:spChg chg="mod">
          <ac:chgData name="Justine Cocchi" userId="64429cd7-e40c-4b9e-9576-0e3e821bcb37" providerId="ADAL" clId="{3C686367-CC1C-4F05-AEA3-200CA9783E60}" dt="2026-05-08T20:17:23.405" v="6422" actId="1076"/>
          <ac:spMkLst>
            <pc:docMk/>
            <pc:sldMk cId="1206149253" sldId="2147470147"/>
            <ac:spMk id="52" creationId="{AC547B40-D50B-AD26-81DA-4C112DAE64BA}"/>
          </ac:spMkLst>
        </pc:spChg>
        <pc:spChg chg="mod">
          <ac:chgData name="Justine Cocchi" userId="64429cd7-e40c-4b9e-9576-0e3e821bcb37" providerId="ADAL" clId="{3C686367-CC1C-4F05-AEA3-200CA9783E60}" dt="2026-05-08T20:17:23.405" v="6422" actId="1076"/>
          <ac:spMkLst>
            <pc:docMk/>
            <pc:sldMk cId="1206149253" sldId="2147470147"/>
            <ac:spMk id="56" creationId="{71783CDB-4E61-56F6-2A57-A4B35453DF20}"/>
          </ac:spMkLst>
        </pc:spChg>
        <pc:spChg chg="mod">
          <ac:chgData name="Justine Cocchi" userId="64429cd7-e40c-4b9e-9576-0e3e821bcb37" providerId="ADAL" clId="{3C686367-CC1C-4F05-AEA3-200CA9783E60}" dt="2026-05-08T20:17:23.405" v="6422" actId="1076"/>
          <ac:spMkLst>
            <pc:docMk/>
            <pc:sldMk cId="1206149253" sldId="2147470147"/>
            <ac:spMk id="57" creationId="{0BD2A227-C271-05A6-DA57-B1644BF3DB7D}"/>
          </ac:spMkLst>
        </pc:spChg>
        <pc:spChg chg="mod">
          <ac:chgData name="Justine Cocchi" userId="64429cd7-e40c-4b9e-9576-0e3e821bcb37" providerId="ADAL" clId="{3C686367-CC1C-4F05-AEA3-200CA9783E60}" dt="2026-05-08T21:14:48.696" v="6522" actId="1076"/>
          <ac:spMkLst>
            <pc:docMk/>
            <pc:sldMk cId="1206149253" sldId="2147470147"/>
            <ac:spMk id="98" creationId="{C2E219D1-9B01-C1EC-AC55-82F2BCC5B28D}"/>
          </ac:spMkLst>
        </pc:spChg>
        <pc:spChg chg="mod">
          <ac:chgData name="Justine Cocchi" userId="64429cd7-e40c-4b9e-9576-0e3e821bcb37" providerId="ADAL" clId="{3C686367-CC1C-4F05-AEA3-200CA9783E60}" dt="2026-05-10T04:23:58.490" v="6717" actId="207"/>
          <ac:spMkLst>
            <pc:docMk/>
            <pc:sldMk cId="1206149253" sldId="2147470147"/>
            <ac:spMk id="99" creationId="{811C5CB4-4D51-8DD4-B786-878F30B75C13}"/>
          </ac:spMkLst>
        </pc:spChg>
        <pc:picChg chg="add mod">
          <ac:chgData name="Justine Cocchi" userId="64429cd7-e40c-4b9e-9576-0e3e821bcb37" providerId="ADAL" clId="{3C686367-CC1C-4F05-AEA3-200CA9783E60}" dt="2026-05-08T20:16:32.162" v="6419" actId="1076"/>
          <ac:picMkLst>
            <pc:docMk/>
            <pc:sldMk cId="1206149253" sldId="2147470147"/>
            <ac:picMk id="7" creationId="{613CAA88-93D1-CB36-8A60-35262E034DAD}"/>
          </ac:picMkLst>
        </pc:picChg>
        <pc:picChg chg="mod">
          <ac:chgData name="Justine Cocchi" userId="64429cd7-e40c-4b9e-9576-0e3e821bcb37" providerId="ADAL" clId="{3C686367-CC1C-4F05-AEA3-200CA9783E60}" dt="2026-05-08T20:17:23.405" v="6422" actId="1076"/>
          <ac:picMkLst>
            <pc:docMk/>
            <pc:sldMk cId="1206149253" sldId="2147470147"/>
            <ac:picMk id="50" creationId="{AD71B353-B6F2-296B-AC97-B13159AD25EC}"/>
          </ac:picMkLst>
        </pc:picChg>
        <pc:picChg chg="mod">
          <ac:chgData name="Justine Cocchi" userId="64429cd7-e40c-4b9e-9576-0e3e821bcb37" providerId="ADAL" clId="{3C686367-CC1C-4F05-AEA3-200CA9783E60}" dt="2026-05-08T20:17:23.405" v="6422" actId="1076"/>
          <ac:picMkLst>
            <pc:docMk/>
            <pc:sldMk cId="1206149253" sldId="2147470147"/>
            <ac:picMk id="58" creationId="{336E70A0-25CE-5E0E-94E7-59BBC956D958}"/>
          </ac:picMkLst>
        </pc:picChg>
        <pc:picChg chg="mod">
          <ac:chgData name="Justine Cocchi" userId="64429cd7-e40c-4b9e-9576-0e3e821bcb37" providerId="ADAL" clId="{3C686367-CC1C-4F05-AEA3-200CA9783E60}" dt="2026-05-08T20:17:23.405" v="6422" actId="1076"/>
          <ac:picMkLst>
            <pc:docMk/>
            <pc:sldMk cId="1206149253" sldId="2147470147"/>
            <ac:picMk id="67" creationId="{E8862379-BE59-405E-A9A6-0C0F03BF6C3B}"/>
          </ac:picMkLst>
        </pc:picChg>
        <pc:picChg chg="mod">
          <ac:chgData name="Justine Cocchi" userId="64429cd7-e40c-4b9e-9576-0e3e821bcb37" providerId="ADAL" clId="{3C686367-CC1C-4F05-AEA3-200CA9783E60}" dt="2026-05-08T20:17:23.405" v="6422" actId="1076"/>
          <ac:picMkLst>
            <pc:docMk/>
            <pc:sldMk cId="1206149253" sldId="2147470147"/>
            <ac:picMk id="100" creationId="{1F672401-66D0-C863-5148-02F4130E77E7}"/>
          </ac:picMkLst>
        </pc:picChg>
        <pc:cxnChg chg="add mod">
          <ac:chgData name="Justine Cocchi" userId="64429cd7-e40c-4b9e-9576-0e3e821bcb37" providerId="ADAL" clId="{3C686367-CC1C-4F05-AEA3-200CA9783E60}" dt="2026-05-08T20:17:26.520" v="6423" actId="14100"/>
          <ac:cxnSpMkLst>
            <pc:docMk/>
            <pc:sldMk cId="1206149253" sldId="2147470147"/>
            <ac:cxnSpMk id="3" creationId="{C35509B8-4940-3DCB-B0B5-2DE23061EF2E}"/>
          </ac:cxnSpMkLst>
        </pc:cxnChg>
      </pc:sldChg>
      <pc:sldChg chg="modSp add ord modAnim modNotesTx">
        <pc:chgData name="Justine Cocchi" userId="64429cd7-e40c-4b9e-9576-0e3e821bcb37" providerId="ADAL" clId="{3C686367-CC1C-4F05-AEA3-200CA9783E60}" dt="2026-05-08T22:56:46.821" v="6713"/>
        <pc:sldMkLst>
          <pc:docMk/>
          <pc:sldMk cId="285946996" sldId="2147470148"/>
        </pc:sldMkLst>
        <pc:spChg chg="mod">
          <ac:chgData name="Justine Cocchi" userId="64429cd7-e40c-4b9e-9576-0e3e821bcb37" providerId="ADAL" clId="{3C686367-CC1C-4F05-AEA3-200CA9783E60}" dt="2026-05-08T22:43:15.083" v="6571" actId="20577"/>
          <ac:spMkLst>
            <pc:docMk/>
            <pc:sldMk cId="285946996" sldId="2147470148"/>
            <ac:spMk id="5" creationId="{D66DBC73-200E-145A-4101-A1738551951A}"/>
          </ac:spMkLst>
        </pc:spChg>
        <pc:spChg chg="mod">
          <ac:chgData name="Justine Cocchi" userId="64429cd7-e40c-4b9e-9576-0e3e821bcb37" providerId="ADAL" clId="{3C686367-CC1C-4F05-AEA3-200CA9783E60}" dt="2026-05-08T22:43:01.511" v="6548" actId="20577"/>
          <ac:spMkLst>
            <pc:docMk/>
            <pc:sldMk cId="285946996" sldId="2147470148"/>
            <ac:spMk id="6" creationId="{22E91B46-E4EC-6446-1A4F-56944D364E1A}"/>
          </ac:spMkLst>
        </pc:spChg>
        <pc:spChg chg="mod">
          <ac:chgData name="Justine Cocchi" userId="64429cd7-e40c-4b9e-9576-0e3e821bcb37" providerId="ADAL" clId="{3C686367-CC1C-4F05-AEA3-200CA9783E60}" dt="2026-05-08T22:44:23.759" v="6585" actId="20577"/>
          <ac:spMkLst>
            <pc:docMk/>
            <pc:sldMk cId="285946996" sldId="2147470148"/>
            <ac:spMk id="10" creationId="{55144955-CBB3-9943-DF6B-791A96CCF2D8}"/>
          </ac:spMkLst>
        </pc:spChg>
        <pc:spChg chg="mod">
          <ac:chgData name="Justine Cocchi" userId="64429cd7-e40c-4b9e-9576-0e3e821bcb37" providerId="ADAL" clId="{3C686367-CC1C-4F05-AEA3-200CA9783E60}" dt="2026-05-08T22:45:02.569" v="6658" actId="20577"/>
          <ac:spMkLst>
            <pc:docMk/>
            <pc:sldMk cId="285946996" sldId="2147470148"/>
            <ac:spMk id="12" creationId="{D6D3FC1E-9398-7F15-46AB-CE0F827E6452}"/>
          </ac:spMkLst>
        </pc:spChg>
        <pc:spChg chg="mod">
          <ac:chgData name="Justine Cocchi" userId="64429cd7-e40c-4b9e-9576-0e3e821bcb37" providerId="ADAL" clId="{3C686367-CC1C-4F05-AEA3-200CA9783E60}" dt="2026-05-08T22:45:14.893" v="6709" actId="20577"/>
          <ac:spMkLst>
            <pc:docMk/>
            <pc:sldMk cId="285946996" sldId="2147470148"/>
            <ac:spMk id="14" creationId="{4DAE88A8-7035-CF1A-E831-68D82A82A396}"/>
          </ac:spMkLst>
        </pc:spChg>
      </pc:sldChg>
      <pc:sldChg chg="addSp delSp modSp add mod modShow chgLayout modNotesTx">
        <pc:chgData name="Justine Cocchi" userId="64429cd7-e40c-4b9e-9576-0e3e821bcb37" providerId="ADAL" clId="{3C686367-CC1C-4F05-AEA3-200CA9783E60}" dt="2026-05-11T16:51:11.298" v="8637" actId="1076"/>
        <pc:sldMkLst>
          <pc:docMk/>
          <pc:sldMk cId="2670694656" sldId="2147470149"/>
        </pc:sldMkLst>
        <pc:spChg chg="mod ord">
          <ac:chgData name="Justine Cocchi" userId="64429cd7-e40c-4b9e-9576-0e3e821bcb37" providerId="ADAL" clId="{3C686367-CC1C-4F05-AEA3-200CA9783E60}" dt="2026-05-10T04:25:05.092" v="6721" actId="122"/>
          <ac:spMkLst>
            <pc:docMk/>
            <pc:sldMk cId="2670694656" sldId="2147470149"/>
            <ac:spMk id="2" creationId="{05D318E2-B0A1-72FD-B6FE-96625F133D4A}"/>
          </ac:spMkLst>
        </pc:spChg>
        <pc:spChg chg="mod">
          <ac:chgData name="Justine Cocchi" userId="64429cd7-e40c-4b9e-9576-0e3e821bcb37" providerId="ADAL" clId="{3C686367-CC1C-4F05-AEA3-200CA9783E60}" dt="2026-05-10T04:40:57.805" v="7119" actId="14100"/>
          <ac:spMkLst>
            <pc:docMk/>
            <pc:sldMk cId="2670694656" sldId="2147470149"/>
            <ac:spMk id="3" creationId="{2E457D62-3C5E-9211-70A1-9C00728A16FA}"/>
          </ac:spMkLst>
        </pc:spChg>
        <pc:spChg chg="mod">
          <ac:chgData name="Justine Cocchi" userId="64429cd7-e40c-4b9e-9576-0e3e821bcb37" providerId="ADAL" clId="{3C686367-CC1C-4F05-AEA3-200CA9783E60}" dt="2026-05-11T16:51:11.298" v="8637" actId="1076"/>
          <ac:spMkLst>
            <pc:docMk/>
            <pc:sldMk cId="2670694656" sldId="2147470149"/>
            <ac:spMk id="4" creationId="{98F981E7-A0FC-FB16-2A80-3F2B13DF9F78}"/>
          </ac:spMkLst>
        </pc:spChg>
        <pc:spChg chg="mod">
          <ac:chgData name="Justine Cocchi" userId="64429cd7-e40c-4b9e-9576-0e3e821bcb37" providerId="ADAL" clId="{3C686367-CC1C-4F05-AEA3-200CA9783E60}" dt="2026-05-10T04:42:09.008" v="7125" actId="1076"/>
          <ac:spMkLst>
            <pc:docMk/>
            <pc:sldMk cId="2670694656" sldId="2147470149"/>
            <ac:spMk id="7" creationId="{A12BEDDE-83A9-8892-6942-4E8A506E7F5D}"/>
          </ac:spMkLst>
        </pc:spChg>
        <pc:spChg chg="mod">
          <ac:chgData name="Justine Cocchi" userId="64429cd7-e40c-4b9e-9576-0e3e821bcb37" providerId="ADAL" clId="{3C686367-CC1C-4F05-AEA3-200CA9783E60}" dt="2026-05-11T16:51:01" v="8636" actId="1076"/>
          <ac:spMkLst>
            <pc:docMk/>
            <pc:sldMk cId="2670694656" sldId="2147470149"/>
            <ac:spMk id="8" creationId="{2E9301CC-E918-6AFD-BDB1-C572855F87C3}"/>
          </ac:spMkLst>
        </pc:spChg>
        <pc:spChg chg="mod">
          <ac:chgData name="Justine Cocchi" userId="64429cd7-e40c-4b9e-9576-0e3e821bcb37" providerId="ADAL" clId="{3C686367-CC1C-4F05-AEA3-200CA9783E60}" dt="2026-05-10T04:42:09.008" v="7125" actId="1076"/>
          <ac:spMkLst>
            <pc:docMk/>
            <pc:sldMk cId="2670694656" sldId="2147470149"/>
            <ac:spMk id="9" creationId="{446B3D25-B152-A9D4-C10B-E092E041475F}"/>
          </ac:spMkLst>
        </pc:spChg>
        <pc:spChg chg="mod">
          <ac:chgData name="Justine Cocchi" userId="64429cd7-e40c-4b9e-9576-0e3e821bcb37" providerId="ADAL" clId="{3C686367-CC1C-4F05-AEA3-200CA9783E60}" dt="2026-05-11T16:50:54.907" v="8635" actId="1076"/>
          <ac:spMkLst>
            <pc:docMk/>
            <pc:sldMk cId="2670694656" sldId="2147470149"/>
            <ac:spMk id="10" creationId="{8B8963A3-5746-A584-7FB2-78AECE8F7624}"/>
          </ac:spMkLst>
        </pc:spChg>
        <pc:spChg chg="mod">
          <ac:chgData name="Justine Cocchi" userId="64429cd7-e40c-4b9e-9576-0e3e821bcb37" providerId="ADAL" clId="{3C686367-CC1C-4F05-AEA3-200CA9783E60}" dt="2026-05-10T04:42:55.277" v="7136" actId="1076"/>
          <ac:spMkLst>
            <pc:docMk/>
            <pc:sldMk cId="2670694656" sldId="2147470149"/>
            <ac:spMk id="11" creationId="{9FCB8127-C0FA-1C4A-87C1-39A7C9983B6D}"/>
          </ac:spMkLst>
        </pc:spChg>
        <pc:spChg chg="mod">
          <ac:chgData name="Justine Cocchi" userId="64429cd7-e40c-4b9e-9576-0e3e821bcb37" providerId="ADAL" clId="{3C686367-CC1C-4F05-AEA3-200CA9783E60}" dt="2026-05-10T04:45:06.690" v="7181" actId="20577"/>
          <ac:spMkLst>
            <pc:docMk/>
            <pc:sldMk cId="2670694656" sldId="2147470149"/>
            <ac:spMk id="13" creationId="{69797B94-C88F-C6A0-9A1A-0DAB5CDE2EAC}"/>
          </ac:spMkLst>
        </pc:spChg>
        <pc:spChg chg="mod">
          <ac:chgData name="Justine Cocchi" userId="64429cd7-e40c-4b9e-9576-0e3e821bcb37" providerId="ADAL" clId="{3C686367-CC1C-4F05-AEA3-200CA9783E60}" dt="2026-05-10T04:43:18.007" v="7141" actId="1076"/>
          <ac:spMkLst>
            <pc:docMk/>
            <pc:sldMk cId="2670694656" sldId="2147470149"/>
            <ac:spMk id="15" creationId="{636D1D90-FE38-AA71-54DC-649D350C194C}"/>
          </ac:spMkLst>
        </pc:spChg>
        <pc:spChg chg="mod">
          <ac:chgData name="Justine Cocchi" userId="64429cd7-e40c-4b9e-9576-0e3e821bcb37" providerId="ADAL" clId="{3C686367-CC1C-4F05-AEA3-200CA9783E60}" dt="2026-05-10T04:45:34.763" v="7211" actId="20577"/>
          <ac:spMkLst>
            <pc:docMk/>
            <pc:sldMk cId="2670694656" sldId="2147470149"/>
            <ac:spMk id="17" creationId="{A620289F-7843-DC11-52E9-72829DC1D608}"/>
          </ac:spMkLst>
        </pc:spChg>
        <pc:spChg chg="mod">
          <ac:chgData name="Justine Cocchi" userId="64429cd7-e40c-4b9e-9576-0e3e821bcb37" providerId="ADAL" clId="{3C686367-CC1C-4F05-AEA3-200CA9783E60}" dt="2026-05-10T04:42:09.008" v="7125" actId="1076"/>
          <ac:spMkLst>
            <pc:docMk/>
            <pc:sldMk cId="2670694656" sldId="2147470149"/>
            <ac:spMk id="19" creationId="{FC73A580-305F-AA00-47D0-D1E5FF916290}"/>
          </ac:spMkLst>
        </pc:spChg>
        <pc:spChg chg="mod">
          <ac:chgData name="Justine Cocchi" userId="64429cd7-e40c-4b9e-9576-0e3e821bcb37" providerId="ADAL" clId="{3C686367-CC1C-4F05-AEA3-200CA9783E60}" dt="2026-05-10T04:42:09.008" v="7125" actId="1076"/>
          <ac:spMkLst>
            <pc:docMk/>
            <pc:sldMk cId="2670694656" sldId="2147470149"/>
            <ac:spMk id="21" creationId="{3DEB6722-E86D-95E9-BCA0-29BEB4B09597}"/>
          </ac:spMkLst>
        </pc:spChg>
        <pc:spChg chg="mod">
          <ac:chgData name="Justine Cocchi" userId="64429cd7-e40c-4b9e-9576-0e3e821bcb37" providerId="ADAL" clId="{3C686367-CC1C-4F05-AEA3-200CA9783E60}" dt="2026-05-10T04:41:33.620" v="7122" actId="1076"/>
          <ac:spMkLst>
            <pc:docMk/>
            <pc:sldMk cId="2670694656" sldId="2147470149"/>
            <ac:spMk id="23" creationId="{9DC177C1-610D-BB52-F2B2-895BD6E64145}"/>
          </ac:spMkLst>
        </pc:spChg>
        <pc:spChg chg="mod">
          <ac:chgData name="Justine Cocchi" userId="64429cd7-e40c-4b9e-9576-0e3e821bcb37" providerId="ADAL" clId="{3C686367-CC1C-4F05-AEA3-200CA9783E60}" dt="2026-05-11T15:59:47.775" v="8568" actId="20577"/>
          <ac:spMkLst>
            <pc:docMk/>
            <pc:sldMk cId="2670694656" sldId="2147470149"/>
            <ac:spMk id="25" creationId="{E281EA38-9EAF-246C-1C73-ECAEF2A40439}"/>
          </ac:spMkLst>
        </pc:spChg>
        <pc:spChg chg="mod">
          <ac:chgData name="Justine Cocchi" userId="64429cd7-e40c-4b9e-9576-0e3e821bcb37" providerId="ADAL" clId="{3C686367-CC1C-4F05-AEA3-200CA9783E60}" dt="2026-05-10T04:43:44.479" v="7149" actId="1076"/>
          <ac:spMkLst>
            <pc:docMk/>
            <pc:sldMk cId="2670694656" sldId="2147470149"/>
            <ac:spMk id="27" creationId="{58EDA2B3-6E0E-9F55-B1F8-859522DA195C}"/>
          </ac:spMkLst>
        </pc:spChg>
        <pc:spChg chg="mod">
          <ac:chgData name="Justine Cocchi" userId="64429cd7-e40c-4b9e-9576-0e3e821bcb37" providerId="ADAL" clId="{3C686367-CC1C-4F05-AEA3-200CA9783E60}" dt="2026-05-10T04:39:17.520" v="7106" actId="1076"/>
          <ac:spMkLst>
            <pc:docMk/>
            <pc:sldMk cId="2670694656" sldId="2147470149"/>
            <ac:spMk id="33" creationId="{07B7638D-1999-E3D6-C1DA-858D74E6DFC6}"/>
          </ac:spMkLst>
        </pc:spChg>
        <pc:spChg chg="add mod">
          <ac:chgData name="Justine Cocchi" userId="64429cd7-e40c-4b9e-9576-0e3e821bcb37" providerId="ADAL" clId="{3C686367-CC1C-4F05-AEA3-200CA9783E60}" dt="2026-05-10T04:42:09.008" v="7125" actId="1076"/>
          <ac:spMkLst>
            <pc:docMk/>
            <pc:sldMk cId="2670694656" sldId="2147470149"/>
            <ac:spMk id="58" creationId="{BB6CA7CB-A402-0360-94B6-7311D1BFC5E6}"/>
          </ac:spMkLst>
        </pc:spChg>
        <pc:spChg chg="add mod">
          <ac:chgData name="Justine Cocchi" userId="64429cd7-e40c-4b9e-9576-0e3e821bcb37" providerId="ADAL" clId="{3C686367-CC1C-4F05-AEA3-200CA9783E60}" dt="2026-05-10T04:42:09.008" v="7125" actId="1076"/>
          <ac:spMkLst>
            <pc:docMk/>
            <pc:sldMk cId="2670694656" sldId="2147470149"/>
            <ac:spMk id="60" creationId="{93FB06C1-3158-F549-F510-726DCA9F173B}"/>
          </ac:spMkLst>
        </pc:spChg>
        <pc:picChg chg="add mod">
          <ac:chgData name="Justine Cocchi" userId="64429cd7-e40c-4b9e-9576-0e3e821bcb37" providerId="ADAL" clId="{3C686367-CC1C-4F05-AEA3-200CA9783E60}" dt="2026-05-11T05:47:46.306" v="8166" actId="208"/>
          <ac:picMkLst>
            <pc:docMk/>
            <pc:sldMk cId="2670694656" sldId="2147470149"/>
            <ac:picMk id="12" creationId="{88D25544-54BE-552C-CE40-C552602D8B60}"/>
          </ac:picMkLst>
        </pc:picChg>
        <pc:picChg chg="add mod">
          <ac:chgData name="Justine Cocchi" userId="64429cd7-e40c-4b9e-9576-0e3e821bcb37" providerId="ADAL" clId="{3C686367-CC1C-4F05-AEA3-200CA9783E60}" dt="2026-05-11T05:47:50.840" v="8167" actId="207"/>
          <ac:picMkLst>
            <pc:docMk/>
            <pc:sldMk cId="2670694656" sldId="2147470149"/>
            <ac:picMk id="16" creationId="{09271AEB-89DD-8E99-CB4F-8D8E7BC334ED}"/>
          </ac:picMkLst>
        </pc:picChg>
        <pc:picChg chg="add mod">
          <ac:chgData name="Justine Cocchi" userId="64429cd7-e40c-4b9e-9576-0e3e821bcb37" providerId="ADAL" clId="{3C686367-CC1C-4F05-AEA3-200CA9783E60}" dt="2026-05-11T05:48:23.045" v="8173" actId="207"/>
          <ac:picMkLst>
            <pc:docMk/>
            <pc:sldMk cId="2670694656" sldId="2147470149"/>
            <ac:picMk id="20" creationId="{C2142C0A-DBDA-81BE-6A46-532C661BD02C}"/>
          </ac:picMkLst>
        </pc:picChg>
        <pc:picChg chg="add mod">
          <ac:chgData name="Justine Cocchi" userId="64429cd7-e40c-4b9e-9576-0e3e821bcb37" providerId="ADAL" clId="{3C686367-CC1C-4F05-AEA3-200CA9783E60}" dt="2026-05-11T05:48:09.989" v="8169" actId="208"/>
          <ac:picMkLst>
            <pc:docMk/>
            <pc:sldMk cId="2670694656" sldId="2147470149"/>
            <ac:picMk id="24" creationId="{5A1096F4-178F-6D9A-F3B1-3BDDA70B7700}"/>
          </ac:picMkLst>
        </pc:picChg>
        <pc:picChg chg="add mod">
          <ac:chgData name="Justine Cocchi" userId="64429cd7-e40c-4b9e-9576-0e3e821bcb37" providerId="ADAL" clId="{3C686367-CC1C-4F05-AEA3-200CA9783E60}" dt="2026-05-11T05:48:16.405" v="8171" actId="208"/>
          <ac:picMkLst>
            <pc:docMk/>
            <pc:sldMk cId="2670694656" sldId="2147470149"/>
            <ac:picMk id="28" creationId="{C08A3C83-F6E5-B245-5159-58DAAC65C41F}"/>
          </ac:picMkLst>
        </pc:picChg>
        <pc:picChg chg="mod">
          <ac:chgData name="Justine Cocchi" userId="64429cd7-e40c-4b9e-9576-0e3e821bcb37" providerId="ADAL" clId="{3C686367-CC1C-4F05-AEA3-200CA9783E60}" dt="2026-05-11T05:47:38.725" v="8164" actId="207"/>
          <ac:picMkLst>
            <pc:docMk/>
            <pc:sldMk cId="2670694656" sldId="2147470149"/>
            <ac:picMk id="70" creationId="{650F2BCC-CC74-57DE-0838-81FF4A099C5F}"/>
          </ac:picMkLst>
        </pc:picChg>
        <pc:cxnChg chg="mod">
          <ac:chgData name="Justine Cocchi" userId="64429cd7-e40c-4b9e-9576-0e3e821bcb37" providerId="ADAL" clId="{3C686367-CC1C-4F05-AEA3-200CA9783E60}" dt="2026-05-10T04:42:55.277" v="7136" actId="1076"/>
          <ac:cxnSpMkLst>
            <pc:docMk/>
            <pc:sldMk cId="2670694656" sldId="2147470149"/>
            <ac:cxnSpMk id="45" creationId="{10785726-3023-8BEE-94AA-BCB12071FAB7}"/>
          </ac:cxnSpMkLst>
        </pc:cxnChg>
        <pc:cxnChg chg="mod">
          <ac:chgData name="Justine Cocchi" userId="64429cd7-e40c-4b9e-9576-0e3e821bcb37" providerId="ADAL" clId="{3C686367-CC1C-4F05-AEA3-200CA9783E60}" dt="2026-05-10T04:43:18.007" v="7141" actId="1076"/>
          <ac:cxnSpMkLst>
            <pc:docMk/>
            <pc:sldMk cId="2670694656" sldId="2147470149"/>
            <ac:cxnSpMk id="46" creationId="{548475D9-EB2A-2038-101E-FF3FBC6F5E29}"/>
          </ac:cxnSpMkLst>
        </pc:cxnChg>
        <pc:cxnChg chg="mod">
          <ac:chgData name="Justine Cocchi" userId="64429cd7-e40c-4b9e-9576-0e3e821bcb37" providerId="ADAL" clId="{3C686367-CC1C-4F05-AEA3-200CA9783E60}" dt="2026-05-10T04:43:18.007" v="7141" actId="1076"/>
          <ac:cxnSpMkLst>
            <pc:docMk/>
            <pc:sldMk cId="2670694656" sldId="2147470149"/>
            <ac:cxnSpMk id="47" creationId="{50AB480E-4041-1786-0C2B-79C38E5A891E}"/>
          </ac:cxnSpMkLst>
        </pc:cxnChg>
        <pc:cxnChg chg="mod">
          <ac:chgData name="Justine Cocchi" userId="64429cd7-e40c-4b9e-9576-0e3e821bcb37" providerId="ADAL" clId="{3C686367-CC1C-4F05-AEA3-200CA9783E60}" dt="2026-05-10T04:41:33.620" v="7122" actId="1076"/>
          <ac:cxnSpMkLst>
            <pc:docMk/>
            <pc:sldMk cId="2670694656" sldId="2147470149"/>
            <ac:cxnSpMk id="48" creationId="{A228AA3B-1046-133A-7CB3-541E8B7AE657}"/>
          </ac:cxnSpMkLst>
        </pc:cxnChg>
        <pc:cxnChg chg="mod">
          <ac:chgData name="Justine Cocchi" userId="64429cd7-e40c-4b9e-9576-0e3e821bcb37" providerId="ADAL" clId="{3C686367-CC1C-4F05-AEA3-200CA9783E60}" dt="2026-05-10T04:43:44.479" v="7149" actId="1076"/>
          <ac:cxnSpMkLst>
            <pc:docMk/>
            <pc:sldMk cId="2670694656" sldId="2147470149"/>
            <ac:cxnSpMk id="49" creationId="{BCCD12B5-6E30-378C-502B-7640803308F0}"/>
          </ac:cxnSpMkLst>
        </pc:cxnChg>
      </pc:sldChg>
      <pc:sldChg chg="addSp delSp modSp new mod ord modNotesTx">
        <pc:chgData name="Justine Cocchi" userId="64429cd7-e40c-4b9e-9576-0e3e821bcb37" providerId="ADAL" clId="{3C686367-CC1C-4F05-AEA3-200CA9783E60}" dt="2026-05-11T15:57:50.065" v="8565" actId="1076"/>
        <pc:sldMkLst>
          <pc:docMk/>
          <pc:sldMk cId="3551798385" sldId="2147470150"/>
        </pc:sldMkLst>
        <pc:spChg chg="mod">
          <ac:chgData name="Justine Cocchi" userId="64429cd7-e40c-4b9e-9576-0e3e821bcb37" providerId="ADAL" clId="{3C686367-CC1C-4F05-AEA3-200CA9783E60}" dt="2026-05-10T05:58:19.935" v="7723" actId="20577"/>
          <ac:spMkLst>
            <pc:docMk/>
            <pc:sldMk cId="3551798385" sldId="2147470150"/>
            <ac:spMk id="2" creationId="{2CE02E16-4C6C-7855-0929-94923F73F6C4}"/>
          </ac:spMkLst>
        </pc:spChg>
        <pc:spChg chg="add mod">
          <ac:chgData name="Justine Cocchi" userId="64429cd7-e40c-4b9e-9576-0e3e821bcb37" providerId="ADAL" clId="{3C686367-CC1C-4F05-AEA3-200CA9783E60}" dt="2026-05-10T05:44:44.440" v="7642" actId="403"/>
          <ac:spMkLst>
            <pc:docMk/>
            <pc:sldMk cId="3551798385" sldId="2147470150"/>
            <ac:spMk id="16" creationId="{F4BB59C5-5EDD-2A0C-C038-7185EF886C11}"/>
          </ac:spMkLst>
        </pc:spChg>
        <pc:spChg chg="add mod">
          <ac:chgData name="Justine Cocchi" userId="64429cd7-e40c-4b9e-9576-0e3e821bcb37" providerId="ADAL" clId="{3C686367-CC1C-4F05-AEA3-200CA9783E60}" dt="2026-05-10T05:44:54.486" v="7646" actId="1076"/>
          <ac:spMkLst>
            <pc:docMk/>
            <pc:sldMk cId="3551798385" sldId="2147470150"/>
            <ac:spMk id="18" creationId="{77499B0E-D504-1C31-899A-0C3481BB3A62}"/>
          </ac:spMkLst>
        </pc:spChg>
        <pc:spChg chg="add mod">
          <ac:chgData name="Justine Cocchi" userId="64429cd7-e40c-4b9e-9576-0e3e821bcb37" providerId="ADAL" clId="{3C686367-CC1C-4F05-AEA3-200CA9783E60}" dt="2026-05-10T05:44:57.411" v="7648" actId="403"/>
          <ac:spMkLst>
            <pc:docMk/>
            <pc:sldMk cId="3551798385" sldId="2147470150"/>
            <ac:spMk id="20" creationId="{9C35BD75-FB8E-8D35-4494-3846A9F82BD5}"/>
          </ac:spMkLst>
        </pc:spChg>
        <pc:spChg chg="add mod">
          <ac:chgData name="Justine Cocchi" userId="64429cd7-e40c-4b9e-9576-0e3e821bcb37" providerId="ADAL" clId="{3C686367-CC1C-4F05-AEA3-200CA9783E60}" dt="2026-05-10T05:45:11.716" v="7653" actId="1076"/>
          <ac:spMkLst>
            <pc:docMk/>
            <pc:sldMk cId="3551798385" sldId="2147470150"/>
            <ac:spMk id="22" creationId="{67634BDE-59E9-DED9-7032-3DA7543EA8A8}"/>
          </ac:spMkLst>
        </pc:spChg>
        <pc:spChg chg="add mod">
          <ac:chgData name="Justine Cocchi" userId="64429cd7-e40c-4b9e-9576-0e3e821bcb37" providerId="ADAL" clId="{3C686367-CC1C-4F05-AEA3-200CA9783E60}" dt="2026-05-10T05:45:23.891" v="7657" actId="1076"/>
          <ac:spMkLst>
            <pc:docMk/>
            <pc:sldMk cId="3551798385" sldId="2147470150"/>
            <ac:spMk id="27" creationId="{7D0AA74F-3240-1D7B-2C5C-576788E3F699}"/>
          </ac:spMkLst>
        </pc:spChg>
        <pc:spChg chg="add mod">
          <ac:chgData name="Justine Cocchi" userId="64429cd7-e40c-4b9e-9576-0e3e821bcb37" providerId="ADAL" clId="{3C686367-CC1C-4F05-AEA3-200CA9783E60}" dt="2026-05-10T05:45:47.155" v="7660" actId="1076"/>
          <ac:spMkLst>
            <pc:docMk/>
            <pc:sldMk cId="3551798385" sldId="2147470150"/>
            <ac:spMk id="32" creationId="{BEB1A17D-5BC7-459A-1C94-DDC77A3CC18B}"/>
          </ac:spMkLst>
        </pc:spChg>
        <pc:spChg chg="add mod">
          <ac:chgData name="Justine Cocchi" userId="64429cd7-e40c-4b9e-9576-0e3e821bcb37" providerId="ADAL" clId="{3C686367-CC1C-4F05-AEA3-200CA9783E60}" dt="2026-05-10T05:45:53.089" v="7662" actId="1076"/>
          <ac:spMkLst>
            <pc:docMk/>
            <pc:sldMk cId="3551798385" sldId="2147470150"/>
            <ac:spMk id="35" creationId="{05701266-17FC-42E8-F192-515938A5B16B}"/>
          </ac:spMkLst>
        </pc:spChg>
        <pc:spChg chg="add mod">
          <ac:chgData name="Justine Cocchi" userId="64429cd7-e40c-4b9e-9576-0e3e821bcb37" providerId="ADAL" clId="{3C686367-CC1C-4F05-AEA3-200CA9783E60}" dt="2026-05-10T05:45:33.161" v="7658" actId="403"/>
          <ac:spMkLst>
            <pc:docMk/>
            <pc:sldMk cId="3551798385" sldId="2147470150"/>
            <ac:spMk id="38" creationId="{16C441D1-4A04-A7DA-F5FE-1BFA64CB1F48}"/>
          </ac:spMkLst>
        </pc:spChg>
        <pc:spChg chg="add mod">
          <ac:chgData name="Justine Cocchi" userId="64429cd7-e40c-4b9e-9576-0e3e821bcb37" providerId="ADAL" clId="{3C686367-CC1C-4F05-AEA3-200CA9783E60}" dt="2026-05-10T05:45:33.161" v="7658" actId="403"/>
          <ac:spMkLst>
            <pc:docMk/>
            <pc:sldMk cId="3551798385" sldId="2147470150"/>
            <ac:spMk id="41" creationId="{2A5EE566-F155-0132-D5BA-69ECD6003A8F}"/>
          </ac:spMkLst>
        </pc:spChg>
        <pc:spChg chg="add mod">
          <ac:chgData name="Justine Cocchi" userId="64429cd7-e40c-4b9e-9576-0e3e821bcb37" providerId="ADAL" clId="{3C686367-CC1C-4F05-AEA3-200CA9783E60}" dt="2026-05-10T05:45:33.161" v="7658" actId="403"/>
          <ac:spMkLst>
            <pc:docMk/>
            <pc:sldMk cId="3551798385" sldId="2147470150"/>
            <ac:spMk id="44" creationId="{B61D8A9F-9A57-2EA5-D127-D3D8129CD84B}"/>
          </ac:spMkLst>
        </pc:spChg>
        <pc:spChg chg="add mod">
          <ac:chgData name="Justine Cocchi" userId="64429cd7-e40c-4b9e-9576-0e3e821bcb37" providerId="ADAL" clId="{3C686367-CC1C-4F05-AEA3-200CA9783E60}" dt="2026-05-10T05:46:06.136" v="7664" actId="1076"/>
          <ac:spMkLst>
            <pc:docMk/>
            <pc:sldMk cId="3551798385" sldId="2147470150"/>
            <ac:spMk id="54" creationId="{2513363C-B132-8ADF-5EB0-6052423CDCAA}"/>
          </ac:spMkLst>
        </pc:spChg>
        <pc:cxnChg chg="add mod">
          <ac:chgData name="Justine Cocchi" userId="64429cd7-e40c-4b9e-9576-0e3e821bcb37" providerId="ADAL" clId="{3C686367-CC1C-4F05-AEA3-200CA9783E60}" dt="2026-05-10T05:19:43.803" v="7584" actId="14100"/>
          <ac:cxnSpMkLst>
            <pc:docMk/>
            <pc:sldMk cId="3551798385" sldId="2147470150"/>
            <ac:cxnSpMk id="4" creationId="{F83E671F-CB0C-E625-97AE-5367ED605A64}"/>
          </ac:cxnSpMkLst>
        </pc:cxnChg>
        <pc:cxnChg chg="add mod">
          <ac:chgData name="Justine Cocchi" userId="64429cd7-e40c-4b9e-9576-0e3e821bcb37" providerId="ADAL" clId="{3C686367-CC1C-4F05-AEA3-200CA9783E60}" dt="2026-05-10T05:46:21.758" v="7666" actId="14100"/>
          <ac:cxnSpMkLst>
            <pc:docMk/>
            <pc:sldMk cId="3551798385" sldId="2147470150"/>
            <ac:cxnSpMk id="5" creationId="{67B913B0-8205-EE7D-EBBB-81DC39651612}"/>
          </ac:cxnSpMkLst>
        </pc:cxnChg>
        <pc:cxnChg chg="add mod">
          <ac:chgData name="Justine Cocchi" userId="64429cd7-e40c-4b9e-9576-0e3e821bcb37" providerId="ADAL" clId="{3C686367-CC1C-4F05-AEA3-200CA9783E60}" dt="2026-05-10T05:19:36.236" v="7582" actId="14100"/>
          <ac:cxnSpMkLst>
            <pc:docMk/>
            <pc:sldMk cId="3551798385" sldId="2147470150"/>
            <ac:cxnSpMk id="6" creationId="{161C64A4-6628-EB7B-EE73-2B0B62021F17}"/>
          </ac:cxnSpMkLst>
        </pc:cxnChg>
        <pc:cxnChg chg="add mod">
          <ac:chgData name="Justine Cocchi" userId="64429cd7-e40c-4b9e-9576-0e3e821bcb37" providerId="ADAL" clId="{3C686367-CC1C-4F05-AEA3-200CA9783E60}" dt="2026-05-10T05:19:24.882" v="7580" actId="14100"/>
          <ac:cxnSpMkLst>
            <pc:docMk/>
            <pc:sldMk cId="3551798385" sldId="2147470150"/>
            <ac:cxnSpMk id="7" creationId="{2213ECED-9B34-02FA-4CD2-E34600AF4FC6}"/>
          </ac:cxnSpMkLst>
        </pc:cxnChg>
        <pc:cxnChg chg="add mod">
          <ac:chgData name="Justine Cocchi" userId="64429cd7-e40c-4b9e-9576-0e3e821bcb37" providerId="ADAL" clId="{3C686367-CC1C-4F05-AEA3-200CA9783E60}" dt="2026-05-10T05:14:54.892" v="7466" actId="1076"/>
          <ac:cxnSpMkLst>
            <pc:docMk/>
            <pc:sldMk cId="3551798385" sldId="2147470150"/>
            <ac:cxnSpMk id="8" creationId="{4528203A-A12A-D946-E20B-53ED7CF0BB65}"/>
          </ac:cxnSpMkLst>
        </pc:cxnChg>
        <pc:cxnChg chg="add mod">
          <ac:chgData name="Justine Cocchi" userId="64429cd7-e40c-4b9e-9576-0e3e821bcb37" providerId="ADAL" clId="{3C686367-CC1C-4F05-AEA3-200CA9783E60}" dt="2026-05-10T05:26:12.190" v="7592" actId="692"/>
          <ac:cxnSpMkLst>
            <pc:docMk/>
            <pc:sldMk cId="3551798385" sldId="2147470150"/>
            <ac:cxnSpMk id="30" creationId="{F08D59E5-7B5F-1E05-9144-854BCC19C9C6}"/>
          </ac:cxnSpMkLst>
        </pc:cxnChg>
        <pc:cxnChg chg="add mod">
          <ac:chgData name="Justine Cocchi" userId="64429cd7-e40c-4b9e-9576-0e3e821bcb37" providerId="ADAL" clId="{3C686367-CC1C-4F05-AEA3-200CA9783E60}" dt="2026-05-10T05:26:22.048" v="7593" actId="692"/>
          <ac:cxnSpMkLst>
            <pc:docMk/>
            <pc:sldMk cId="3551798385" sldId="2147470150"/>
            <ac:cxnSpMk id="33" creationId="{9A5E8A05-3973-6F17-874D-8A81861AAE00}"/>
          </ac:cxnSpMkLst>
        </pc:cxnChg>
        <pc:cxnChg chg="add mod">
          <ac:chgData name="Justine Cocchi" userId="64429cd7-e40c-4b9e-9576-0e3e821bcb37" providerId="ADAL" clId="{3C686367-CC1C-4F05-AEA3-200CA9783E60}" dt="2026-05-11T15:57:46.664" v="8564" actId="1076"/>
          <ac:cxnSpMkLst>
            <pc:docMk/>
            <pc:sldMk cId="3551798385" sldId="2147470150"/>
            <ac:cxnSpMk id="36" creationId="{60B11818-FB65-C6D9-0FA8-F4798E390AAA}"/>
          </ac:cxnSpMkLst>
        </pc:cxnChg>
        <pc:cxnChg chg="add mod">
          <ac:chgData name="Justine Cocchi" userId="64429cd7-e40c-4b9e-9576-0e3e821bcb37" providerId="ADAL" clId="{3C686367-CC1C-4F05-AEA3-200CA9783E60}" dt="2026-05-11T15:57:50.065" v="8565" actId="1076"/>
          <ac:cxnSpMkLst>
            <pc:docMk/>
            <pc:sldMk cId="3551798385" sldId="2147470150"/>
            <ac:cxnSpMk id="39" creationId="{61BA6C06-F535-33AD-EE75-A8C757EE2626}"/>
          </ac:cxnSpMkLst>
        </pc:cxnChg>
        <pc:cxnChg chg="add mod">
          <ac:chgData name="Justine Cocchi" userId="64429cd7-e40c-4b9e-9576-0e3e821bcb37" providerId="ADAL" clId="{3C686367-CC1C-4F05-AEA3-200CA9783E60}" dt="2026-05-10T05:41:30.346" v="7609" actId="14100"/>
          <ac:cxnSpMkLst>
            <pc:docMk/>
            <pc:sldMk cId="3551798385" sldId="2147470150"/>
            <ac:cxnSpMk id="42" creationId="{6F9112E8-B8BF-306A-8234-7883D5319BD8}"/>
          </ac:cxnSpMkLst>
        </pc:cxnChg>
        <pc:cxnChg chg="add mod">
          <ac:chgData name="Justine Cocchi" userId="64429cd7-e40c-4b9e-9576-0e3e821bcb37" providerId="ADAL" clId="{3C686367-CC1C-4F05-AEA3-200CA9783E60}" dt="2026-05-10T05:42:14.512" v="7625" actId="1076"/>
          <ac:cxnSpMkLst>
            <pc:docMk/>
            <pc:sldMk cId="3551798385" sldId="2147470150"/>
            <ac:cxnSpMk id="48" creationId="{057E5FC0-C350-9C6F-CAF1-ADA6344BF99E}"/>
          </ac:cxnSpMkLst>
        </pc:cxnChg>
      </pc:sldChg>
      <pc:sldChg chg="addSp delSp modSp new mod modClrScheme addAnim delAnim modAnim modShow chgLayout modNotesTx">
        <pc:chgData name="Justine Cocchi" userId="64429cd7-e40c-4b9e-9576-0e3e821bcb37" providerId="ADAL" clId="{3C686367-CC1C-4F05-AEA3-200CA9783E60}" dt="2026-05-11T16:40:09.949" v="8608" actId="1076"/>
        <pc:sldMkLst>
          <pc:docMk/>
          <pc:sldMk cId="1206421727" sldId="2147470151"/>
        </pc:sldMkLst>
        <pc:spChg chg="add mod">
          <ac:chgData name="Justine Cocchi" userId="64429cd7-e40c-4b9e-9576-0e3e821bcb37" providerId="ADAL" clId="{3C686367-CC1C-4F05-AEA3-200CA9783E60}" dt="2026-05-10T06:10:44.030" v="7986" actId="20577"/>
          <ac:spMkLst>
            <pc:docMk/>
            <pc:sldMk cId="1206421727" sldId="2147470151"/>
            <ac:spMk id="2" creationId="{29CB94A2-5E70-0A63-EE75-7B4BEB85094F}"/>
          </ac:spMkLst>
        </pc:spChg>
        <pc:spChg chg="add mod">
          <ac:chgData name="Justine Cocchi" userId="64429cd7-e40c-4b9e-9576-0e3e821bcb37" providerId="ADAL" clId="{3C686367-CC1C-4F05-AEA3-200CA9783E60}" dt="2026-05-10T06:17:44.008" v="8144" actId="1076"/>
          <ac:spMkLst>
            <pc:docMk/>
            <pc:sldMk cId="1206421727" sldId="2147470151"/>
            <ac:spMk id="3" creationId="{69718DCB-DFEA-8A43-1AD4-21C10843D244}"/>
          </ac:spMkLst>
        </pc:spChg>
        <pc:spChg chg="add mod">
          <ac:chgData name="Justine Cocchi" userId="64429cd7-e40c-4b9e-9576-0e3e821bcb37" providerId="ADAL" clId="{3C686367-CC1C-4F05-AEA3-200CA9783E60}" dt="2026-05-11T16:39:32.821" v="8599" actId="1076"/>
          <ac:spMkLst>
            <pc:docMk/>
            <pc:sldMk cId="1206421727" sldId="2147470151"/>
            <ac:spMk id="4" creationId="{2DE4DAA6-10FC-CB11-A5D0-24936FECE7D5}"/>
          </ac:spMkLst>
        </pc:spChg>
        <pc:spChg chg="add mod">
          <ac:chgData name="Justine Cocchi" userId="64429cd7-e40c-4b9e-9576-0e3e821bcb37" providerId="ADAL" clId="{3C686367-CC1C-4F05-AEA3-200CA9783E60}" dt="2026-05-11T16:39:38.598" v="8600" actId="1076"/>
          <ac:spMkLst>
            <pc:docMk/>
            <pc:sldMk cId="1206421727" sldId="2147470151"/>
            <ac:spMk id="8" creationId="{59A04533-7699-E59A-E48D-61146E30B39F}"/>
          </ac:spMkLst>
        </pc:spChg>
        <pc:spChg chg="add mod">
          <ac:chgData name="Justine Cocchi" userId="64429cd7-e40c-4b9e-9576-0e3e821bcb37" providerId="ADAL" clId="{3C686367-CC1C-4F05-AEA3-200CA9783E60}" dt="2026-05-11T16:39:59.402" v="8607" actId="1076"/>
          <ac:spMkLst>
            <pc:docMk/>
            <pc:sldMk cId="1206421727" sldId="2147470151"/>
            <ac:spMk id="11" creationId="{331C6335-648B-DE55-019A-6CB096C264F5}"/>
          </ac:spMkLst>
        </pc:spChg>
        <pc:picChg chg="add mod">
          <ac:chgData name="Justine Cocchi" userId="64429cd7-e40c-4b9e-9576-0e3e821bcb37" providerId="ADAL" clId="{3C686367-CC1C-4F05-AEA3-200CA9783E60}" dt="2026-05-11T16:40:09.949" v="8608" actId="1076"/>
          <ac:picMkLst>
            <pc:docMk/>
            <pc:sldMk cId="1206421727" sldId="2147470151"/>
            <ac:picMk id="16" creationId="{BD49A45E-B49F-0F09-6E27-C2431013390D}"/>
          </ac:picMkLst>
        </pc:picChg>
        <pc:picChg chg="add mod">
          <ac:chgData name="Justine Cocchi" userId="64429cd7-e40c-4b9e-9576-0e3e821bcb37" providerId="ADAL" clId="{3C686367-CC1C-4F05-AEA3-200CA9783E60}" dt="2026-05-11T16:40:09.949" v="8608" actId="1076"/>
          <ac:picMkLst>
            <pc:docMk/>
            <pc:sldMk cId="1206421727" sldId="2147470151"/>
            <ac:picMk id="18" creationId="{5EFC0DB7-9580-6336-D3DA-B513C433572B}"/>
          </ac:picMkLst>
        </pc:picChg>
        <pc:picChg chg="add mod">
          <ac:chgData name="Justine Cocchi" userId="64429cd7-e40c-4b9e-9576-0e3e821bcb37" providerId="ADAL" clId="{3C686367-CC1C-4F05-AEA3-200CA9783E60}" dt="2026-05-11T16:40:09.949" v="8608" actId="1076"/>
          <ac:picMkLst>
            <pc:docMk/>
            <pc:sldMk cId="1206421727" sldId="2147470151"/>
            <ac:picMk id="20" creationId="{AC808EE3-0F2A-CC43-DFB5-995DBD54A8DD}"/>
          </ac:picMkLst>
        </pc:picChg>
        <pc:cxnChg chg="add mod">
          <ac:chgData name="Justine Cocchi" userId="64429cd7-e40c-4b9e-9576-0e3e821bcb37" providerId="ADAL" clId="{3C686367-CC1C-4F05-AEA3-200CA9783E60}" dt="2026-05-11T16:39:17.139" v="8596" actId="478"/>
          <ac:cxnSpMkLst>
            <pc:docMk/>
            <pc:sldMk cId="1206421727" sldId="2147470151"/>
            <ac:cxnSpMk id="5" creationId="{59BFEE25-389E-F174-B1C2-499E2B7A2CEB}"/>
          </ac:cxnSpMkLst>
        </pc:cxnChg>
        <pc:cxnChg chg="add mod">
          <ac:chgData name="Justine Cocchi" userId="64429cd7-e40c-4b9e-9576-0e3e821bcb37" providerId="ADAL" clId="{3C686367-CC1C-4F05-AEA3-200CA9783E60}" dt="2026-05-11T16:38:52.603" v="8589" actId="478"/>
          <ac:cxnSpMkLst>
            <pc:docMk/>
            <pc:sldMk cId="1206421727" sldId="2147470151"/>
            <ac:cxnSpMk id="23" creationId="{83EFDC6B-8A81-4A21-2580-3C6B560BA19A}"/>
          </ac:cxnSpMkLst>
        </pc:cxnChg>
        <pc:cxnChg chg="add mod">
          <ac:chgData name="Justine Cocchi" userId="64429cd7-e40c-4b9e-9576-0e3e821bcb37" providerId="ADAL" clId="{3C686367-CC1C-4F05-AEA3-200CA9783E60}" dt="2026-05-10T06:18:22.750" v="8149" actId="1076"/>
          <ac:cxnSpMkLst>
            <pc:docMk/>
            <pc:sldMk cId="1206421727" sldId="2147470151"/>
            <ac:cxnSpMk id="24" creationId="{3ED7826D-4716-F305-B852-13FF89F7AEF9}"/>
          </ac:cxnSpMkLst>
        </pc:cxnChg>
        <pc:cxnChg chg="add">
          <ac:chgData name="Justine Cocchi" userId="64429cd7-e40c-4b9e-9576-0e3e821bcb37" providerId="ADAL" clId="{3C686367-CC1C-4F05-AEA3-200CA9783E60}" dt="2026-05-10T06:18:36.910" v="8150" actId="11529"/>
          <ac:cxnSpMkLst>
            <pc:docMk/>
            <pc:sldMk cId="1206421727" sldId="2147470151"/>
            <ac:cxnSpMk id="26" creationId="{B1CF359A-A799-1883-1D86-28E2FFC791E7}"/>
          </ac:cxnSpMkLst>
        </pc:cxnChg>
      </pc:sldChg>
      <pc:sldChg chg="modSp add mod modShow">
        <pc:chgData name="Justine Cocchi" userId="64429cd7-e40c-4b9e-9576-0e3e821bcb37" providerId="ADAL" clId="{3C686367-CC1C-4F05-AEA3-200CA9783E60}" dt="2026-05-11T06:08:25.668" v="8519" actId="1076"/>
        <pc:sldMkLst>
          <pc:docMk/>
          <pc:sldMk cId="2509355579" sldId="2147470152"/>
        </pc:sldMkLst>
        <pc:spChg chg="mod">
          <ac:chgData name="Justine Cocchi" userId="64429cd7-e40c-4b9e-9576-0e3e821bcb37" providerId="ADAL" clId="{3C686367-CC1C-4F05-AEA3-200CA9783E60}" dt="2026-05-11T06:07:53.892" v="8510" actId="14100"/>
          <ac:spMkLst>
            <pc:docMk/>
            <pc:sldMk cId="2509355579" sldId="2147470152"/>
            <ac:spMk id="2" creationId="{BB046127-F7EE-DD5F-DF7E-91907FF064F4}"/>
          </ac:spMkLst>
        </pc:spChg>
        <pc:spChg chg="mod">
          <ac:chgData name="Justine Cocchi" userId="64429cd7-e40c-4b9e-9576-0e3e821bcb37" providerId="ADAL" clId="{3C686367-CC1C-4F05-AEA3-200CA9783E60}" dt="2026-05-11T06:07:56.112" v="8511" actId="403"/>
          <ac:spMkLst>
            <pc:docMk/>
            <pc:sldMk cId="2509355579" sldId="2147470152"/>
            <ac:spMk id="7" creationId="{03B67025-E239-0568-B5AC-324EDFA83564}"/>
          </ac:spMkLst>
        </pc:spChg>
        <pc:spChg chg="mod">
          <ac:chgData name="Justine Cocchi" userId="64429cd7-e40c-4b9e-9576-0e3e821bcb37" providerId="ADAL" clId="{3C686367-CC1C-4F05-AEA3-200CA9783E60}" dt="2026-05-11T06:08:03.725" v="8513" actId="403"/>
          <ac:spMkLst>
            <pc:docMk/>
            <pc:sldMk cId="2509355579" sldId="2147470152"/>
            <ac:spMk id="8" creationId="{84710D60-5F43-3D4E-4DED-C01A989DC403}"/>
          </ac:spMkLst>
        </pc:spChg>
        <pc:spChg chg="mod">
          <ac:chgData name="Justine Cocchi" userId="64429cd7-e40c-4b9e-9576-0e3e821bcb37" providerId="ADAL" clId="{3C686367-CC1C-4F05-AEA3-200CA9783E60}" dt="2026-05-11T06:08:00.200" v="8512" actId="403"/>
          <ac:spMkLst>
            <pc:docMk/>
            <pc:sldMk cId="2509355579" sldId="2147470152"/>
            <ac:spMk id="9" creationId="{8F49C30B-83F6-EB91-28C7-3B368A07400E}"/>
          </ac:spMkLst>
        </pc:spChg>
        <pc:spChg chg="mod">
          <ac:chgData name="Justine Cocchi" userId="64429cd7-e40c-4b9e-9576-0e3e821bcb37" providerId="ADAL" clId="{3C686367-CC1C-4F05-AEA3-200CA9783E60}" dt="2026-05-11T06:08:25.668" v="8519" actId="1076"/>
          <ac:spMkLst>
            <pc:docMk/>
            <pc:sldMk cId="2509355579" sldId="2147470152"/>
            <ac:spMk id="10" creationId="{32409788-727C-6277-7C51-830117E10C17}"/>
          </ac:spMkLst>
        </pc:spChg>
      </pc:sldChg>
      <pc:sldChg chg="modSp add ord">
        <pc:chgData name="Justine Cocchi" userId="64429cd7-e40c-4b9e-9576-0e3e821bcb37" providerId="ADAL" clId="{3C686367-CC1C-4F05-AEA3-200CA9783E60}" dt="2026-05-11T17:16:54.194" v="8693"/>
        <pc:sldMkLst>
          <pc:docMk/>
          <pc:sldMk cId="496949392" sldId="2147470153"/>
        </pc:sldMkLst>
        <pc:spChg chg="mod">
          <ac:chgData name="Justine Cocchi" userId="64429cd7-e40c-4b9e-9576-0e3e821bcb37" providerId="ADAL" clId="{3C686367-CC1C-4F05-AEA3-200CA9783E60}" dt="2026-05-11T17:12:20.177" v="8681" actId="20577"/>
          <ac:spMkLst>
            <pc:docMk/>
            <pc:sldMk cId="496949392" sldId="2147470153"/>
            <ac:spMk id="6" creationId="{1199B0F9-32B8-384B-FAA6-EF38CBB961DB}"/>
          </ac:spMkLst>
        </pc:spChg>
        <pc:spChg chg="mod">
          <ac:chgData name="Justine Cocchi" userId="64429cd7-e40c-4b9e-9576-0e3e821bcb37" providerId="ADAL" clId="{3C686367-CC1C-4F05-AEA3-200CA9783E60}" dt="2026-05-11T17:12:22.621" v="8684" actId="20577"/>
          <ac:spMkLst>
            <pc:docMk/>
            <pc:sldMk cId="496949392" sldId="2147470153"/>
            <ac:spMk id="10" creationId="{B7A69906-BD59-D71E-56B9-92DF89FBDBF0}"/>
          </ac:spMkLst>
        </pc:spChg>
        <pc:spChg chg="mod">
          <ac:chgData name="Justine Cocchi" userId="64429cd7-e40c-4b9e-9576-0e3e821bcb37" providerId="ADAL" clId="{3C686367-CC1C-4F05-AEA3-200CA9783E60}" dt="2026-05-11T17:12:24.088" v="8687" actId="20577"/>
          <ac:spMkLst>
            <pc:docMk/>
            <pc:sldMk cId="496949392" sldId="2147470153"/>
            <ac:spMk id="12" creationId="{B3F39C13-1D1E-0A16-8E62-60FEC8884DB9}"/>
          </ac:spMkLst>
        </pc:spChg>
      </pc:sldChg>
      <pc:sldMasterChg chg="delSldLayout">
        <pc:chgData name="Justine Cocchi" userId="64429cd7-e40c-4b9e-9576-0e3e821bcb37" providerId="ADAL" clId="{3C686367-CC1C-4F05-AEA3-200CA9783E60}" dt="2026-05-10T06:01:03.530" v="7886" actId="47"/>
        <pc:sldMasterMkLst>
          <pc:docMk/>
          <pc:sldMasterMk cId="2340329833" sldId="2147483711"/>
        </pc:sldMasterMkLst>
      </pc:sldMasterChg>
    </pc:docChg>
  </pc:docChgLst>
  <pc:docChgLst>
    <pc:chgData name="Aayush Kataria" userId="57b34b44-de4a-4398-9328-57914553dafd" providerId="ADAL" clId="{B67F9542-7002-5317-8A8A-51DA1D3BB9FC}"/>
    <pc:docChg chg="undo redo custSel modSld">
      <pc:chgData name="Aayush Kataria" userId="57b34b44-de4a-4398-9328-57914553dafd" providerId="ADAL" clId="{B67F9542-7002-5317-8A8A-51DA1D3BB9FC}" dt="2026-05-19T16:17:15.563" v="1513" actId="34476"/>
      <pc:docMkLst>
        <pc:docMk/>
      </pc:docMkLst>
      <pc:sldChg chg="modSp modNotesTx">
        <pc:chgData name="Aayush Kataria" userId="57b34b44-de4a-4398-9328-57914553dafd" providerId="ADAL" clId="{B67F9542-7002-5317-8A8A-51DA1D3BB9FC}" dt="2026-05-11T20:31:29.305" v="86" actId="20577"/>
        <pc:sldMkLst>
          <pc:docMk/>
          <pc:sldMk cId="2145593914" sldId="2147470132"/>
        </pc:sldMkLst>
        <pc:spChg chg="mod">
          <ac:chgData name="Aayush Kataria" userId="57b34b44-de4a-4398-9328-57914553dafd" providerId="ADAL" clId="{B67F9542-7002-5317-8A8A-51DA1D3BB9FC}" dt="2026-05-11T20:03:25.184" v="59" actId="20577"/>
          <ac:spMkLst>
            <pc:docMk/>
            <pc:sldMk cId="2145593914" sldId="2147470132"/>
            <ac:spMk id="3" creationId="{F9CB90D1-C701-46DE-5586-33C30BE5EF8B}"/>
          </ac:spMkLst>
        </pc:spChg>
        <pc:spChg chg="mod">
          <ac:chgData name="Aayush Kataria" userId="57b34b44-de4a-4398-9328-57914553dafd" providerId="ADAL" clId="{B67F9542-7002-5317-8A8A-51DA1D3BB9FC}" dt="2026-05-11T20:02:49.320" v="16" actId="20577"/>
          <ac:spMkLst>
            <pc:docMk/>
            <pc:sldMk cId="2145593914" sldId="2147470132"/>
            <ac:spMk id="12" creationId="{D0C8CEF0-1B49-9FF7-2E7E-188AB7FAD174}"/>
          </ac:spMkLst>
        </pc:spChg>
      </pc:sldChg>
      <pc:sldChg chg="addSp delSp modSp mod addAnim delAnim modAnim modShow">
        <pc:chgData name="Aayush Kataria" userId="57b34b44-de4a-4398-9328-57914553dafd" providerId="ADAL" clId="{B67F9542-7002-5317-8A8A-51DA1D3BB9FC}" dt="2026-05-19T16:17:13.028" v="1512" actId="34476"/>
        <pc:sldMkLst>
          <pc:docMk/>
          <pc:sldMk cId="2620802210" sldId="2147470142"/>
        </pc:sldMkLst>
        <pc:spChg chg="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5" creationId="{DB22FD24-A6F0-740A-7EA0-A4D848AB10CB}"/>
          </ac:spMkLst>
        </pc:spChg>
        <pc:spChg chg="add del mod">
          <ac:chgData name="Aayush Kataria" userId="57b34b44-de4a-4398-9328-57914553dafd" providerId="ADAL" clId="{B67F9542-7002-5317-8A8A-51DA1D3BB9FC}" dt="2026-05-18T21:17:04.532" v="435" actId="478"/>
          <ac:spMkLst>
            <pc:docMk/>
            <pc:sldMk cId="2620802210" sldId="2147470142"/>
            <ac:spMk id="7" creationId="{F4A2854F-32D5-1141-043D-2E8A2646B546}"/>
          </ac:spMkLst>
        </pc:spChg>
        <pc:spChg chg="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9" creationId="{728BC705-E41B-7237-0161-0EBE6EDB518F}"/>
          </ac:spMkLst>
        </pc:spChg>
        <pc:spChg chg="add 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18" creationId="{8A4E7C1E-AB54-07B9-0097-DEF082296894}"/>
          </ac:spMkLst>
        </pc:spChg>
        <pc:spChg chg="add del 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19" creationId="{ABB2DCE1-1C8E-B917-7692-C6B03404EE1A}"/>
          </ac:spMkLst>
        </pc:spChg>
        <pc:spChg chg="add 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20" creationId="{344ED56F-99EE-769D-CCD3-AE59ED0D2A49}"/>
          </ac:spMkLst>
        </pc:spChg>
        <pc:spChg chg="add 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21" creationId="{17A45ED6-BC30-3054-7A80-2F39E7EEA772}"/>
          </ac:spMkLst>
        </pc:spChg>
        <pc:spChg chg="add mod">
          <ac:chgData name="Aayush Kataria" userId="57b34b44-de4a-4398-9328-57914553dafd" providerId="ADAL" clId="{B67F9542-7002-5317-8A8A-51DA1D3BB9FC}" dt="2026-05-18T21:22:50.667" v="454" actId="207"/>
          <ac:spMkLst>
            <pc:docMk/>
            <pc:sldMk cId="2620802210" sldId="2147470142"/>
            <ac:spMk id="22" creationId="{570306E5-A604-4761-AFB6-F600ACB93E36}"/>
          </ac:spMkLst>
        </pc:spChg>
        <pc:spChg chg="add mod">
          <ac:chgData name="Aayush Kataria" userId="57b34b44-de4a-4398-9328-57914553dafd" providerId="ADAL" clId="{B67F9542-7002-5317-8A8A-51DA1D3BB9FC}" dt="2026-05-18T21:23:48.196" v="474" actId="1035"/>
          <ac:spMkLst>
            <pc:docMk/>
            <pc:sldMk cId="2620802210" sldId="2147470142"/>
            <ac:spMk id="23" creationId="{97EDE18A-FCF4-6242-C166-E11B048070B5}"/>
          </ac:spMkLst>
        </pc:spChg>
        <pc:spChg chg="add mod">
          <ac:chgData name="Aayush Kataria" userId="57b34b44-de4a-4398-9328-57914553dafd" providerId="ADAL" clId="{B67F9542-7002-5317-8A8A-51DA1D3BB9FC}" dt="2026-05-18T21:24:15.486" v="493" actId="20577"/>
          <ac:spMkLst>
            <pc:docMk/>
            <pc:sldMk cId="2620802210" sldId="2147470142"/>
            <ac:spMk id="24" creationId="{0AF8C0D0-1AA6-2017-041E-492C1DC8A04C}"/>
          </ac:spMkLst>
        </pc:spChg>
        <pc:spChg chg="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74" creationId="{DA8A6D80-7A37-6713-EB19-47AD6F27FF78}"/>
          </ac:spMkLst>
        </pc:spChg>
        <pc:spChg chg="add del mod">
          <ac:chgData name="Aayush Kataria" userId="57b34b44-de4a-4398-9328-57914553dafd" providerId="ADAL" clId="{B67F9542-7002-5317-8A8A-51DA1D3BB9FC}" dt="2026-05-18T21:17:04.532" v="435" actId="478"/>
          <ac:spMkLst>
            <pc:docMk/>
            <pc:sldMk cId="2620802210" sldId="2147470142"/>
            <ac:spMk id="76" creationId="{983DE1AF-E24F-17DE-89DC-F2091B8BB53E}"/>
          </ac:spMkLst>
        </pc:spChg>
        <pc:spChg chg="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78" creationId="{EA2137B5-86F2-E4E1-43AB-E84BE715AE27}"/>
          </ac:spMkLst>
        </pc:spChg>
        <pc:spChg chg="mod">
          <ac:chgData name="Aayush Kataria" userId="57b34b44-de4a-4398-9328-57914553dafd" providerId="ADAL" clId="{B67F9542-7002-5317-8A8A-51DA1D3BB9FC}" dt="2026-05-18T21:17:10.173" v="436" actId="1076"/>
          <ac:spMkLst>
            <pc:docMk/>
            <pc:sldMk cId="2620802210" sldId="2147470142"/>
            <ac:spMk id="80" creationId="{DA50D2C7-F31A-30EF-D54C-CF23A929DC7C}"/>
          </ac:spMkLst>
        </pc:spChg>
        <pc:spChg chg="add del mod">
          <ac:chgData name="Aayush Kataria" userId="57b34b44-de4a-4398-9328-57914553dafd" providerId="ADAL" clId="{B67F9542-7002-5317-8A8A-51DA1D3BB9FC}" dt="2026-05-18T21:17:04.532" v="435" actId="478"/>
          <ac:spMkLst>
            <pc:docMk/>
            <pc:sldMk cId="2620802210" sldId="2147470142"/>
            <ac:spMk id="82" creationId="{F768CC38-710D-395E-E9E6-0AA89270EE26}"/>
          </ac:spMkLst>
        </pc:spChg>
        <pc:spChg chg="mod">
          <ac:chgData name="Aayush Kataria" userId="57b34b44-de4a-4398-9328-57914553dafd" providerId="ADAL" clId="{B67F9542-7002-5317-8A8A-51DA1D3BB9FC}" dt="2026-05-18T21:24:32.993" v="494" actId="1076"/>
          <ac:spMkLst>
            <pc:docMk/>
            <pc:sldMk cId="2620802210" sldId="2147470142"/>
            <ac:spMk id="84" creationId="{BE19404F-2254-996B-DF63-D7409FF7C55E}"/>
          </ac:spMkLst>
        </pc:spChg>
        <pc:spChg chg="mod">
          <ac:chgData name="Aayush Kataria" userId="57b34b44-de4a-4398-9328-57914553dafd" providerId="ADAL" clId="{B67F9542-7002-5317-8A8A-51DA1D3BB9FC}" dt="2026-05-18T21:16:53.981" v="428" actId="14100"/>
          <ac:spMkLst>
            <pc:docMk/>
            <pc:sldMk cId="2620802210" sldId="2147470142"/>
            <ac:spMk id="88" creationId="{F33F7781-D39B-555C-48E9-A4F7DE34FAAB}"/>
          </ac:spMkLst>
        </pc:spChg>
        <pc:spChg chg="add del mod">
          <ac:chgData name="Aayush Kataria" userId="57b34b44-de4a-4398-9328-57914553dafd" providerId="ADAL" clId="{B67F9542-7002-5317-8A8A-51DA1D3BB9FC}" dt="2026-05-18T21:17:04.532" v="435" actId="478"/>
          <ac:spMkLst>
            <pc:docMk/>
            <pc:sldMk cId="2620802210" sldId="2147470142"/>
            <ac:spMk id="90" creationId="{B1197CBD-E23A-57DE-C3A0-56CBBB87D356}"/>
          </ac:spMkLst>
        </pc:spChg>
        <pc:spChg chg="mod">
          <ac:chgData name="Aayush Kataria" userId="57b34b44-de4a-4398-9328-57914553dafd" providerId="ADAL" clId="{B67F9542-7002-5317-8A8A-51DA1D3BB9FC}" dt="2026-05-18T21:24:38.644" v="495" actId="1076"/>
          <ac:spMkLst>
            <pc:docMk/>
            <pc:sldMk cId="2620802210" sldId="2147470142"/>
            <ac:spMk id="92" creationId="{5F6C938A-9EEF-311A-BACE-566B8C124A81}"/>
          </ac:spMkLst>
        </pc:spChg>
        <pc:picChg chg="add del mod">
          <ac:chgData name="Aayush Kataria" userId="57b34b44-de4a-4398-9328-57914553dafd" providerId="ADAL" clId="{B67F9542-7002-5317-8A8A-51DA1D3BB9FC}" dt="2026-05-18T21:04:36.797" v="155" actId="478"/>
          <ac:picMkLst>
            <pc:docMk/>
            <pc:sldMk cId="2620802210" sldId="2147470142"/>
            <ac:picMk id="4" creationId="{07B8121D-268A-EEA6-6B04-D82D0394CEDC}"/>
          </ac:picMkLst>
        </pc:picChg>
        <pc:picChg chg="add mod">
          <ac:chgData name="Aayush Kataria" userId="57b34b44-de4a-4398-9328-57914553dafd" providerId="ADAL" clId="{B67F9542-7002-5317-8A8A-51DA1D3BB9FC}" dt="2026-05-18T21:07:45.962" v="187" actId="1076"/>
          <ac:picMkLst>
            <pc:docMk/>
            <pc:sldMk cId="2620802210" sldId="2147470142"/>
            <ac:picMk id="8" creationId="{37B42B77-45E0-E603-70DE-6310F27EE48A}"/>
          </ac:picMkLst>
        </pc:picChg>
        <pc:picChg chg="add mod">
          <ac:chgData name="Aayush Kataria" userId="57b34b44-de4a-4398-9328-57914553dafd" providerId="ADAL" clId="{B67F9542-7002-5317-8A8A-51DA1D3BB9FC}" dt="2026-05-18T21:07:48.060" v="190" actId="1037"/>
          <ac:picMkLst>
            <pc:docMk/>
            <pc:sldMk cId="2620802210" sldId="2147470142"/>
            <ac:picMk id="11" creationId="{62E8D914-A3F1-A4B5-4B79-22DA1B93A6A5}"/>
          </ac:picMkLst>
        </pc:picChg>
        <pc:picChg chg="add mod">
          <ac:chgData name="Aayush Kataria" userId="57b34b44-de4a-4398-9328-57914553dafd" providerId="ADAL" clId="{B67F9542-7002-5317-8A8A-51DA1D3BB9FC}" dt="2026-05-18T21:16:53.653" v="427" actId="1076"/>
          <ac:picMkLst>
            <pc:docMk/>
            <pc:sldMk cId="2620802210" sldId="2147470142"/>
            <ac:picMk id="13" creationId="{DD43D7D6-7A68-B64C-9A9E-C083CEC8BDE1}"/>
          </ac:picMkLst>
        </pc:picChg>
        <pc:picChg chg="add del mod">
          <ac:chgData name="Aayush Kataria" userId="57b34b44-de4a-4398-9328-57914553dafd" providerId="ADAL" clId="{B67F9542-7002-5317-8A8A-51DA1D3BB9FC}" dt="2026-05-18T21:06:14.781" v="165" actId="478"/>
          <ac:picMkLst>
            <pc:docMk/>
            <pc:sldMk cId="2620802210" sldId="2147470142"/>
            <ac:picMk id="15" creationId="{C6048BE8-4D6B-621C-E886-0E5AF0EEC948}"/>
          </ac:picMkLst>
        </pc:picChg>
        <pc:picChg chg="add mod">
          <ac:chgData name="Aayush Kataria" userId="57b34b44-de4a-4398-9328-57914553dafd" providerId="ADAL" clId="{B67F9542-7002-5317-8A8A-51DA1D3BB9FC}" dt="2026-05-18T21:16:54.414" v="429" actId="1076"/>
          <ac:picMkLst>
            <pc:docMk/>
            <pc:sldMk cId="2620802210" sldId="2147470142"/>
            <ac:picMk id="17" creationId="{DBBF463F-1B54-7418-DC3D-46C78A4F3DB2}"/>
          </ac:picMkLst>
        </pc:picChg>
      </pc:sldChg>
      <pc:sldChg chg="addSp modSp mod modAnim modShow">
        <pc:chgData name="Aayush Kataria" userId="57b34b44-de4a-4398-9328-57914553dafd" providerId="ADAL" clId="{B67F9542-7002-5317-8A8A-51DA1D3BB9FC}" dt="2026-05-19T16:17:15.563" v="1513" actId="34476"/>
        <pc:sldMkLst>
          <pc:docMk/>
          <pc:sldMk cId="4166010054" sldId="2147470143"/>
        </pc:sldMkLst>
        <pc:spChg chg="add 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3" creationId="{D5FAA888-BD8B-1A5E-50CC-3F4207D65ACF}"/>
          </ac:spMkLst>
        </pc:spChg>
        <pc:spChg chg="add mod">
          <ac:chgData name="Aayush Kataria" userId="57b34b44-de4a-4398-9328-57914553dafd" providerId="ADAL" clId="{B67F9542-7002-5317-8A8A-51DA1D3BB9FC}" dt="2026-05-19T16:15:50.269" v="1428" actId="1076"/>
          <ac:spMkLst>
            <pc:docMk/>
            <pc:sldMk cId="4166010054" sldId="2147470143"/>
            <ac:spMk id="4" creationId="{4202797F-3ED6-D6F4-5CDC-F3CFBFB4CBA2}"/>
          </ac:spMkLst>
        </pc:spChg>
        <pc:spChg chg="mod">
          <ac:chgData name="Aayush Kataria" userId="57b34b44-de4a-4398-9328-57914553dafd" providerId="ADAL" clId="{B67F9542-7002-5317-8A8A-51DA1D3BB9FC}" dt="2026-05-19T16:15:56.828" v="1429" actId="1076"/>
          <ac:spMkLst>
            <pc:docMk/>
            <pc:sldMk cId="4166010054" sldId="2147470143"/>
            <ac:spMk id="5" creationId="{500AF656-9A54-F557-34B5-D728DE050153}"/>
          </ac:spMkLst>
        </pc:spChg>
        <pc:spChg chg="add 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6" creationId="{02272B97-9D54-132E-E14F-31BE47ECECBD}"/>
          </ac:spMkLst>
        </pc:spChg>
        <pc:spChg chg="mod">
          <ac:chgData name="Aayush Kataria" userId="57b34b44-de4a-4398-9328-57914553dafd" providerId="ADAL" clId="{B67F9542-7002-5317-8A8A-51DA1D3BB9FC}" dt="2026-05-19T16:15:56.828" v="1429" actId="1076"/>
          <ac:spMkLst>
            <pc:docMk/>
            <pc:sldMk cId="4166010054" sldId="2147470143"/>
            <ac:spMk id="7" creationId="{3BDD2ABF-9B2B-CE49-97D5-14051E281256}"/>
          </ac:spMkLst>
        </pc:spChg>
        <pc:spChg chg="add mod">
          <ac:chgData name="Aayush Kataria" userId="57b34b44-de4a-4398-9328-57914553dafd" providerId="ADAL" clId="{B67F9542-7002-5317-8A8A-51DA1D3BB9FC}" dt="2026-05-19T16:16:04.169" v="1432" actId="14100"/>
          <ac:spMkLst>
            <pc:docMk/>
            <pc:sldMk cId="4166010054" sldId="2147470143"/>
            <ac:spMk id="8" creationId="{7BA6671E-9586-10A7-32F5-3C5D115166F9}"/>
          </ac:spMkLst>
        </pc:spChg>
        <pc:spChg chg="mod">
          <ac:chgData name="Aayush Kataria" userId="57b34b44-de4a-4398-9328-57914553dafd" providerId="ADAL" clId="{B67F9542-7002-5317-8A8A-51DA1D3BB9FC}" dt="2026-05-19T16:15:56.828" v="1429" actId="1076"/>
          <ac:spMkLst>
            <pc:docMk/>
            <pc:sldMk cId="4166010054" sldId="2147470143"/>
            <ac:spMk id="9" creationId="{79B6B217-8F42-E59F-1962-4CA41AFF9346}"/>
          </ac:spMkLst>
        </pc:spChg>
        <pc:spChg chg="add mod">
          <ac:chgData name="Aayush Kataria" userId="57b34b44-de4a-4398-9328-57914553dafd" providerId="ADAL" clId="{B67F9542-7002-5317-8A8A-51DA1D3BB9FC}" dt="2026-05-19T16:16:57.923" v="1511" actId="20577"/>
          <ac:spMkLst>
            <pc:docMk/>
            <pc:sldMk cId="4166010054" sldId="2147470143"/>
            <ac:spMk id="10" creationId="{D94EC109-91C1-32E2-79BF-8B3199860688}"/>
          </ac:spMkLst>
        </pc:spChg>
        <pc:spChg chg="mod">
          <ac:chgData name="Aayush Kataria" userId="57b34b44-de4a-4398-9328-57914553dafd" providerId="ADAL" clId="{B67F9542-7002-5317-8A8A-51DA1D3BB9FC}" dt="2026-05-19T16:11:38.794" v="1056" actId="1076"/>
          <ac:spMkLst>
            <pc:docMk/>
            <pc:sldMk cId="4166010054" sldId="2147470143"/>
            <ac:spMk id="74" creationId="{575531A3-3C31-E2B5-F626-5E86125A0DA7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76" creationId="{71DB08E0-3D29-745B-324E-17097BED7BED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78" creationId="{596086F3-B64B-B53F-D15B-7278D15DCA90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80" creationId="{D92B88DC-3E4D-FDE5-AC7A-35C6745578C4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82" creationId="{8E83874D-8DD9-CB17-DA91-A2AFFEDF88A2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84" creationId="{637EEDC6-F7FA-53A1-B1CB-F52B4F2F2A61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88" creationId="{F1BE0040-1033-ACE9-CBA0-22A80FF60159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90" creationId="{AC5BB7F9-DA8D-E4F8-5774-979F4EF1D19A}"/>
          </ac:spMkLst>
        </pc:spChg>
        <pc:spChg chg="mod">
          <ac:chgData name="Aayush Kataria" userId="57b34b44-de4a-4398-9328-57914553dafd" providerId="ADAL" clId="{B67F9542-7002-5317-8A8A-51DA1D3BB9FC}" dt="2026-05-19T16:16:24.217" v="1435" actId="1076"/>
          <ac:spMkLst>
            <pc:docMk/>
            <pc:sldMk cId="4166010054" sldId="2147470143"/>
            <ac:spMk id="92" creationId="{5F4443A4-A84A-15B6-435F-977703F746A3}"/>
          </ac:spMkLst>
        </pc:spChg>
      </pc:sldChg>
      <pc:sldChg chg="modSp">
        <pc:chgData name="Aayush Kataria" userId="57b34b44-de4a-4398-9328-57914553dafd" providerId="ADAL" clId="{B67F9542-7002-5317-8A8A-51DA1D3BB9FC}" dt="2026-05-11T21:12:58.170" v="139" actId="20577"/>
        <pc:sldMkLst>
          <pc:docMk/>
          <pc:sldMk cId="285946996" sldId="2147470148"/>
        </pc:sldMkLst>
        <pc:spChg chg="mod">
          <ac:chgData name="Aayush Kataria" userId="57b34b44-de4a-4398-9328-57914553dafd" providerId="ADAL" clId="{B67F9542-7002-5317-8A8A-51DA1D3BB9FC}" dt="2026-05-11T20:03:34.784" v="74" actId="20577"/>
          <ac:spMkLst>
            <pc:docMk/>
            <pc:sldMk cId="285946996" sldId="2147470148"/>
            <ac:spMk id="10" creationId="{55144955-CBB3-9943-DF6B-791A96CCF2D8}"/>
          </ac:spMkLst>
        </pc:spChg>
        <pc:spChg chg="mod">
          <ac:chgData name="Aayush Kataria" userId="57b34b44-de4a-4398-9328-57914553dafd" providerId="ADAL" clId="{B67F9542-7002-5317-8A8A-51DA1D3BB9FC}" dt="2026-05-11T21:12:40.728" v="106" actId="20577"/>
          <ac:spMkLst>
            <pc:docMk/>
            <pc:sldMk cId="285946996" sldId="2147470148"/>
            <ac:spMk id="12" creationId="{D6D3FC1E-9398-7F15-46AB-CE0F827E6452}"/>
          </ac:spMkLst>
        </pc:spChg>
        <pc:spChg chg="mod">
          <ac:chgData name="Aayush Kataria" userId="57b34b44-de4a-4398-9328-57914553dafd" providerId="ADAL" clId="{B67F9542-7002-5317-8A8A-51DA1D3BB9FC}" dt="2026-05-11T21:12:58.170" v="139" actId="20577"/>
          <ac:spMkLst>
            <pc:docMk/>
            <pc:sldMk cId="285946996" sldId="2147470148"/>
            <ac:spMk id="14" creationId="{4DAE88A8-7035-CF1A-E831-68D82A82A396}"/>
          </ac:spMkLst>
        </pc:spChg>
      </pc:sldChg>
    </pc:docChg>
  </pc:docChgLst>
  <pc:docChgLst>
    <pc:chgData name="Aayush Kataria" userId="S::akataria@microsoft.com::57b34b44-de4a-4398-9328-57914553dafd" providerId="AD" clId="Web-{A25F4BA0-3020-5FAB-9DA3-69C44B2481BF}"/>
    <pc:docChg chg="modSld">
      <pc:chgData name="Aayush Kataria" userId="S::akataria@microsoft.com::57b34b44-de4a-4398-9328-57914553dafd" providerId="AD" clId="Web-{A25F4BA0-3020-5FAB-9DA3-69C44B2481BF}" dt="2026-05-18T20:56:59.782" v="1" actId="20577"/>
      <pc:docMkLst>
        <pc:docMk/>
      </pc:docMkLst>
      <pc:sldChg chg="modSp">
        <pc:chgData name="Aayush Kataria" userId="S::akataria@microsoft.com::57b34b44-de4a-4398-9328-57914553dafd" providerId="AD" clId="Web-{A25F4BA0-3020-5FAB-9DA3-69C44B2481BF}" dt="2026-05-18T20:56:59.782" v="1" actId="20577"/>
        <pc:sldMkLst>
          <pc:docMk/>
          <pc:sldMk cId="2620802210" sldId="2147470142"/>
        </pc:sldMkLst>
        <pc:spChg chg="mod">
          <ac:chgData name="Aayush Kataria" userId="S::akataria@microsoft.com::57b34b44-de4a-4398-9328-57914553dafd" providerId="AD" clId="Web-{A25F4BA0-3020-5FAB-9DA3-69C44B2481BF}" dt="2026-05-18T20:56:59.782" v="1" actId="20577"/>
          <ac:spMkLst>
            <pc:docMk/>
            <pc:sldMk cId="2620802210" sldId="2147470142"/>
            <ac:spMk id="65" creationId="{F6B49292-D5BE-62E3-D51C-84E362AAF649}"/>
          </ac:spMkLst>
        </pc:spChg>
      </pc:sldChg>
    </pc:docChg>
  </pc:docChgLst>
  <pc:docChgLst>
    <pc:chgData name="Aayush Kataria" userId="S::akataria@microsoft.com::57b34b44-de4a-4398-9328-57914553dafd" providerId="AD" clId="Web-{CD115FE6-B0CF-160D-79DF-3620697E7A65}"/>
    <pc:docChg chg="modSld">
      <pc:chgData name="Aayush Kataria" userId="S::akataria@microsoft.com::57b34b44-de4a-4398-9328-57914553dafd" providerId="AD" clId="Web-{CD115FE6-B0CF-160D-79DF-3620697E7A65}" dt="2026-05-11T14:55:08.749" v="2" actId="20577"/>
      <pc:docMkLst>
        <pc:docMk/>
      </pc:docMkLst>
      <pc:sldChg chg="modSp">
        <pc:chgData name="Aayush Kataria" userId="S::akataria@microsoft.com::57b34b44-de4a-4398-9328-57914553dafd" providerId="AD" clId="Web-{CD115FE6-B0CF-160D-79DF-3620697E7A65}" dt="2026-05-11T14:55:08.749" v="2" actId="20577"/>
        <pc:sldMkLst>
          <pc:docMk/>
          <pc:sldMk cId="1668248085" sldId="2147470138"/>
        </pc:sldMkLst>
        <pc:spChg chg="mod">
          <ac:chgData name="Aayush Kataria" userId="S::akataria@microsoft.com::57b34b44-de4a-4398-9328-57914553dafd" providerId="AD" clId="Web-{CD115FE6-B0CF-160D-79DF-3620697E7A65}" dt="2026-05-11T14:55:08.749" v="2" actId="20577"/>
          <ac:spMkLst>
            <pc:docMk/>
            <pc:sldMk cId="1668248085" sldId="2147470138"/>
            <ac:spMk id="7" creationId="{E40184F9-600A-209D-BBF4-4403A903063B}"/>
          </ac:spMkLst>
        </pc:spChg>
      </pc:sldChg>
      <pc:sldChg chg="mod modShow">
        <pc:chgData name="Aayush Kataria" userId="S::akataria@microsoft.com::57b34b44-de4a-4398-9328-57914553dafd" providerId="AD" clId="Web-{CD115FE6-B0CF-160D-79DF-3620697E7A65}" dt="2026-05-11T14:54:19.654" v="1"/>
        <pc:sldMkLst>
          <pc:docMk/>
          <pc:sldMk cId="2509355579" sldId="2147470152"/>
        </pc:sldMkLst>
      </pc:sldChg>
    </pc:docChg>
  </pc:docChgLst>
  <pc:docChgLst>
    <pc:chgData name="Aayush Kataria" userId="S::akataria@microsoft.com::57b34b44-de4a-4398-9328-57914553dafd" providerId="AD" clId="Web-{21F3FC99-365C-0803-8158-405416044A78}"/>
    <pc:docChg chg="modSld">
      <pc:chgData name="Aayush Kataria" userId="S::akataria@microsoft.com::57b34b44-de4a-4398-9328-57914553dafd" providerId="AD" clId="Web-{21F3FC99-365C-0803-8158-405416044A78}" dt="2026-05-11T20:01:50.541" v="52" actId="1076"/>
      <pc:docMkLst>
        <pc:docMk/>
      </pc:docMkLst>
      <pc:sldChg chg="addSp delSp modSp addAnim delAnim">
        <pc:chgData name="Aayush Kataria" userId="S::akataria@microsoft.com::57b34b44-de4a-4398-9328-57914553dafd" providerId="AD" clId="Web-{21F3FC99-365C-0803-8158-405416044A78}" dt="2026-05-11T20:01:50.541" v="52" actId="1076"/>
        <pc:sldMkLst>
          <pc:docMk/>
          <pc:sldMk cId="2145593914" sldId="2147470132"/>
        </pc:sldMkLst>
        <pc:spChg chg="add mod">
          <ac:chgData name="Aayush Kataria" userId="S::akataria@microsoft.com::57b34b44-de4a-4398-9328-57914553dafd" providerId="AD" clId="Web-{21F3FC99-365C-0803-8158-405416044A78}" dt="2026-05-11T20:01:14.603" v="46" actId="20577"/>
          <ac:spMkLst>
            <pc:docMk/>
            <pc:sldMk cId="2145593914" sldId="2147470132"/>
            <ac:spMk id="3" creationId="{F9CB90D1-C701-46DE-5586-33C30BE5EF8B}"/>
          </ac:spMkLst>
        </pc:spChg>
        <pc:spChg chg="mod">
          <ac:chgData name="Aayush Kataria" userId="S::akataria@microsoft.com::57b34b44-de4a-4398-9328-57914553dafd" providerId="AD" clId="Web-{21F3FC99-365C-0803-8158-405416044A78}" dt="2026-05-11T20:01:49.775" v="51" actId="20577"/>
          <ac:spMkLst>
            <pc:docMk/>
            <pc:sldMk cId="2145593914" sldId="2147470132"/>
            <ac:spMk id="12" creationId="{D0C8CEF0-1B49-9FF7-2E7E-188AB7FAD174}"/>
          </ac:spMkLst>
        </pc:spChg>
        <pc:spChg chg="mod">
          <ac:chgData name="Aayush Kataria" userId="S::akataria@microsoft.com::57b34b44-de4a-4398-9328-57914553dafd" providerId="AD" clId="Web-{21F3FC99-365C-0803-8158-405416044A78}" dt="2026-05-11T20:01:50.541" v="52" actId="1076"/>
          <ac:spMkLst>
            <pc:docMk/>
            <pc:sldMk cId="2145593914" sldId="2147470132"/>
            <ac:spMk id="14" creationId="{3350A67A-A2F8-CE77-7C45-0858A25E06D5}"/>
          </ac:spMkLst>
        </pc:spChg>
      </pc:sldChg>
    </pc:docChg>
  </pc:docChgLst>
  <pc:docChgLst>
    <pc:chgData name="Justine Cocchi" userId="S::jucocchi@microsoft.com::64429cd7-e40c-4b9e-9576-0e3e821bcb37" providerId="AD" clId="Web-{D1955282-0416-04BA-BAA1-58EC0510DC98}"/>
    <pc:docChg chg="modSld">
      <pc:chgData name="Justine Cocchi" userId="S::jucocchi@microsoft.com::64429cd7-e40c-4b9e-9576-0e3e821bcb37" providerId="AD" clId="Web-{D1955282-0416-04BA-BAA1-58EC0510DC98}" dt="2026-05-19T17:45:00.993" v="1" actId="14100"/>
      <pc:docMkLst>
        <pc:docMk/>
      </pc:docMkLst>
      <pc:sldChg chg="modSp">
        <pc:chgData name="Justine Cocchi" userId="S::jucocchi@microsoft.com::64429cd7-e40c-4b9e-9576-0e3e821bcb37" providerId="AD" clId="Web-{D1955282-0416-04BA-BAA1-58EC0510DC98}" dt="2026-05-19T17:45:00.993" v="1" actId="14100"/>
        <pc:sldMkLst>
          <pc:docMk/>
          <pc:sldMk cId="4166010054" sldId="2147470143"/>
        </pc:sldMkLst>
        <pc:spChg chg="mod">
          <ac:chgData name="Justine Cocchi" userId="S::jucocchi@microsoft.com::64429cd7-e40c-4b9e-9576-0e3e821bcb37" providerId="AD" clId="Web-{D1955282-0416-04BA-BAA1-58EC0510DC98}" dt="2026-05-19T17:45:00.993" v="1" actId="14100"/>
          <ac:spMkLst>
            <pc:docMk/>
            <pc:sldMk cId="4166010054" sldId="2147470143"/>
            <ac:spMk id="6" creationId="{02272B97-9D54-132E-E14F-31BE47ECECBD}"/>
          </ac:spMkLst>
        </pc:spChg>
      </pc:sldChg>
    </pc:docChg>
  </pc:docChgLst>
  <pc:docChgLst>
    <pc:chgData name="Aayush Kataria" userId="S::akataria@microsoft.com::57b34b44-de4a-4398-9328-57914553dafd" providerId="AD" clId="Web-{1DDC89B2-7F64-AF8A-693A-859EED579C64}"/>
    <pc:docChg chg="modSld">
      <pc:chgData name="Aayush Kataria" userId="S::akataria@microsoft.com::57b34b44-de4a-4398-9328-57914553dafd" providerId="AD" clId="Web-{1DDC89B2-7F64-AF8A-693A-859EED579C64}" dt="2026-05-11T18:19:35.755" v="100" actId="1076"/>
      <pc:docMkLst>
        <pc:docMk/>
      </pc:docMkLst>
      <pc:sldChg chg="modSp">
        <pc:chgData name="Aayush Kataria" userId="S::akataria@microsoft.com::57b34b44-de4a-4398-9328-57914553dafd" providerId="AD" clId="Web-{1DDC89B2-7F64-AF8A-693A-859EED579C64}" dt="2026-05-11T18:18:44.144" v="76" actId="20577"/>
        <pc:sldMkLst>
          <pc:docMk/>
          <pc:sldMk cId="285946996" sldId="2147470148"/>
        </pc:sldMkLst>
        <pc:spChg chg="mod">
          <ac:chgData name="Aayush Kataria" userId="S::akataria@microsoft.com::57b34b44-de4a-4398-9328-57914553dafd" providerId="AD" clId="Web-{1DDC89B2-7F64-AF8A-693A-859EED579C64}" dt="2026-05-11T18:18:44.144" v="76" actId="20577"/>
          <ac:spMkLst>
            <pc:docMk/>
            <pc:sldMk cId="285946996" sldId="2147470148"/>
            <ac:spMk id="12" creationId="{D6D3FC1E-9398-7F15-46AB-CE0F827E6452}"/>
          </ac:spMkLst>
        </pc:spChg>
      </pc:sldChg>
      <pc:sldChg chg="addSp delSp modSp addAnim delAnim">
        <pc:chgData name="Aayush Kataria" userId="S::akataria@microsoft.com::57b34b44-de4a-4398-9328-57914553dafd" providerId="AD" clId="Web-{1DDC89B2-7F64-AF8A-693A-859EED579C64}" dt="2026-05-11T18:19:35.755" v="100" actId="1076"/>
        <pc:sldMkLst>
          <pc:docMk/>
          <pc:sldMk cId="496949392" sldId="2147470153"/>
        </pc:sldMkLst>
        <pc:spChg chg="add mod">
          <ac:chgData name="Aayush Kataria" userId="S::akataria@microsoft.com::57b34b44-de4a-4398-9328-57914553dafd" providerId="AD" clId="Web-{1DDC89B2-7F64-AF8A-693A-859EED579C64}" dt="2026-05-11T18:19:35.755" v="100" actId="1076"/>
          <ac:spMkLst>
            <pc:docMk/>
            <pc:sldMk cId="496949392" sldId="2147470153"/>
            <ac:spMk id="3" creationId="{3E368C18-F14D-435F-4F0E-83F4E6D807A3}"/>
          </ac:spMkLst>
        </pc:spChg>
        <pc:spChg chg="mod">
          <ac:chgData name="Aayush Kataria" userId="S::akataria@microsoft.com::57b34b44-de4a-4398-9328-57914553dafd" providerId="AD" clId="Web-{1DDC89B2-7F64-AF8A-693A-859EED579C64}" dt="2026-05-11T18:19:05.301" v="79" actId="20577"/>
          <ac:spMkLst>
            <pc:docMk/>
            <pc:sldMk cId="496949392" sldId="2147470153"/>
            <ac:spMk id="6" creationId="{1199B0F9-32B8-384B-FAA6-EF38CBB961DB}"/>
          </ac:spMkLst>
        </pc:spChg>
        <pc:spChg chg="mod">
          <ac:chgData name="Aayush Kataria" userId="S::akataria@microsoft.com::57b34b44-de4a-4398-9328-57914553dafd" providerId="AD" clId="Web-{1DDC89B2-7F64-AF8A-693A-859EED579C64}" dt="2026-05-11T18:18:24.081" v="63"/>
          <ac:spMkLst>
            <pc:docMk/>
            <pc:sldMk cId="496949392" sldId="2147470153"/>
            <ac:spMk id="10" creationId="{B7A69906-BD59-D71E-56B9-92DF89FBDBF0}"/>
          </ac:spMkLst>
        </pc:spChg>
        <pc:spChg chg="mod">
          <ac:chgData name="Aayush Kataria" userId="S::akataria@microsoft.com::57b34b44-de4a-4398-9328-57914553dafd" providerId="AD" clId="Web-{1DDC89B2-7F64-AF8A-693A-859EED579C64}" dt="2026-05-11T18:18:24.081" v="62"/>
          <ac:spMkLst>
            <pc:docMk/>
            <pc:sldMk cId="496949392" sldId="2147470153"/>
            <ac:spMk id="12" creationId="{B3F39C13-1D1E-0A16-8E62-60FEC8884DB9}"/>
          </ac:spMkLst>
        </pc:spChg>
        <pc:cxnChg chg="mod">
          <ac:chgData name="Aayush Kataria" userId="S::akataria@microsoft.com::57b34b44-de4a-4398-9328-57914553dafd" providerId="AD" clId="Web-{1DDC89B2-7F64-AF8A-693A-859EED579C64}" dt="2026-05-11T18:17:34.532" v="44" actId="1076"/>
          <ac:cxnSpMkLst>
            <pc:docMk/>
            <pc:sldMk cId="496949392" sldId="2147470153"/>
            <ac:cxnSpMk id="11" creationId="{88B62800-E73E-3589-E5B2-25C3DCF30F0E}"/>
          </ac:cxnSpMkLst>
        </pc:cxnChg>
      </pc:sldChg>
    </pc:docChg>
  </pc:docChgLst>
</pc:chgInfo>
</file>

<file path=ppt/comments/modernComment_7FFFCB3B_6BA58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036A22-8CF3-41AA-B350-D3972D396252}" authorId="{CBDC1C43-E0E1-5E7E-31A7-2A6C522B92C9}" created="2026-05-08T22:48:22.6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2875590" sldId="2147470139"/>
      <ac:spMk id="2" creationId="{CE9B1675-6FE2-4C89-8D1E-1699D5FF6845}"/>
      <ac:txMk cp="0" len="38">
        <ac:context len="39" hash="1617240870"/>
      </ac:txMk>
    </ac:txMkLst>
    <p188:pos x="8098537" y="219456"/>
    <p188:txBody>
      <a:bodyPr/>
      <a:lstStyle/>
      <a:p>
        <a:r>
          <a:rPr lang="en-US"/>
          <a:t>[@Aayush Kataria]  will update to mirror embedding generation diagram, can do something like https://github.com/AzureCosmosDB/travel-multi-agent-workshop/blob/agent_memory_toolkit/02_completed/USER_GUIDE.md#how-the-agent-system-works</a:t>
        </a:r>
      </a:p>
    </p188:txBody>
  </p188:cm>
</p188:cmLst>
</file>

<file path=ppt/comments/modernComment_7FFFCB33_FAF6B2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605229-958E-4AD2-B24D-605BD8A4A1C6}" authorId="{CBDC1C43-E0E1-5E7E-31A7-2A6C522B92C9}" status="resolved" created="2026-05-08T05:01:06.65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10471655" sldId="2147470131"/>
      <ac:spMk id="3" creationId="{AB4994C1-B6E3-676D-7CF0-51434CD92633}"/>
    </ac:deMkLst>
    <p188:txBody>
      <a:bodyPr/>
      <a:lstStyle/>
      <a:p>
        <a:r>
          <a:rPr lang="en-US"/>
          <a:t>TODO: add better resources here</a:t>
        </a:r>
      </a:p>
    </p188:txBody>
  </p188:cm>
</p188:cmLst>
</file>

<file path=ppt/comments/modernComment_7FFFCB35_5C812C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38C274-63D7-4BA9-A709-A4E65B1E5F92}" authorId="{CBDC1C43-E0E1-5E7E-31A7-2A6C522B92C9}" status="resolved" created="2026-05-08T23:00:33.26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51969403" sldId="2147470133"/>
      <ac:spMk id="6" creationId="{9C8EFF22-B3FA-85DC-9B29-6E6FF3E10543}"/>
      <ac:txMk cp="0" len="24">
        <ac:context len="25" hash="428654249"/>
      </ac:txMk>
    </ac:txMkLst>
    <p188:pos x="8638921" y="223397"/>
    <p188:txBody>
      <a:bodyPr/>
      <a:lstStyle/>
      <a:p>
        <a:r>
          <a:rPr lang="en-US"/>
          <a:t>Justine will add backup slide for this in our use case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6ACC5-1EE8-4B98-970F-134BB52B114F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06A6B-804E-4F4E-8E37-4301CEDF4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1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2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64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88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9143-5678-89C5-8094-462A58F9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5F704-45E3-6781-FADC-5449BDB10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2C6B7-BC28-ECDC-12AE-253EBF528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E6312BF-8639-6E73-C490-A6761207548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0F332-1FE5-4F62-61A6-513ADE94AA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0F059D-AA47-E19E-19CD-72281BD4762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C2267-A69F-9814-6C80-FA7023A99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78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FDEE-5849-968A-6CCE-5D858D50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46E32-5BEE-9DC1-FA47-C470BE929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1A240-A318-058B-9321-63333F362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A570C-83FA-8D7E-585D-1F6E586B2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10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94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6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75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19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07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45FE5-2D34-3576-5AD5-7681DB57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CCBC9-20D2-CC2B-4B26-571DCA548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4F1BC-5077-729C-2955-9CB3C4713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6C3C795-43FF-F6E9-2693-BEF95971C9C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50C75-5483-B5B0-D3B3-A04829C58D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753B7-06A9-DA52-C93D-CE4F8A24E73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E98A8-5CDB-AAD2-1965-28121D01F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33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1441-D6B0-8DFF-6D96-7B602D3D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36A6C-BFEE-5656-EE94-CC8864EE1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080CB-5163-39CC-55FF-0FBCD1344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BA59C75-D00B-11D3-DCFD-62AF88D0AC2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C47DC-715F-D5B4-C8B7-1E58390928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61F017-5F0B-B25A-903E-9117832A21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0791D-F15C-6CAA-E93F-B969F685B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83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8DDF-E4A4-64FA-0C3B-5F3F08CF3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A5847-32D4-903D-7C07-F602EA6D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0BAAA-1C8C-68F4-E630-42F4D1881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94CB455-D3D3-3AE0-A3B8-E57FED2D04F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A64B6-E6FE-E256-C73C-713F3F58CC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F7107B-0A0E-2CC5-0A2D-F0883CBA52C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2E15A-4AE3-9697-A56E-A738A60D3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96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67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50" dirty="0">
              <a:latin typeface="Segoe UI"/>
              <a:cs typeface="Segoe UI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9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27E70-6634-35A6-9656-41080431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725F2-69D1-43D2-D23A-AA8799171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DD4EE-F0EC-B95C-83E2-DBF1D387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3382B86-5E8B-CDDD-DFB7-3FA72E6D15B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591E-11FD-A33F-D790-98FD6F632F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5821FE-FA5C-0E2D-57BA-97CA24932F7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9A6E1-B6D5-3A2A-7A0F-AD178194D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10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69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09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DFB07-3BBE-9B03-7A69-FF494FFB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43CD7-0C9F-60B2-4C65-0993E872A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95816-213A-F6CF-2D20-E582658FD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35D59D-03A8-719B-050F-526E24D21A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E23C5-3BAB-745D-16FC-6CDCD1A4BF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D296FC-8399-B143-BDAB-1DA5E883BB9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16F22-AC14-7E9A-EA3B-D8AD84809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85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8E2F-1326-A694-D409-3A48DE737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81B01-7492-6140-E58D-CE8892B22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D6702-539F-1682-658D-AA83E2A0D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CA056-84C4-3791-BF58-67CD3CF4A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54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59FAD-8A3A-70BF-BB8D-43E8C7CC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77907-484F-8374-EC68-B5A03C10F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46DD1-B836-30A4-37FD-6EFBB412B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9427B-7713-10DF-5868-419C6670A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16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BF1E-1D5E-9FF7-9A5B-A8DF2CE0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97145-03C3-835F-7023-825A095D7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A0B38-820F-CA34-A7DE-AFC72DC35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D805257-F454-95A9-C770-3E0E47344C1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70B3-E828-BD32-71EC-D9397A3DDC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19D8EA-3392-6A3F-4CD0-36416D94DC1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D179E-FC93-5E42-931B-E5B6B4268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99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21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822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5/26/26 3:22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197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06A6B-804E-4F4E-8E37-4301CEDF4AB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93A7DCC4-90CB-5487-9CD7-96D3ADB37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771300-CAF5-B6B5-CF45-EBEDBBBD5A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836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8C97F8FC-6154-33A9-9E6C-1A787DA153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8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9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682933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09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504597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08088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80617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43057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85884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75855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53879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71252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7869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41790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495472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822549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00357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958979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520551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86819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631232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56353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034242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92994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86982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453735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409541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820377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732066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18802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63009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316071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3897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438072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70504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2130757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5727266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719556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1435836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18727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58133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2415-D13E-5E6D-DBFD-80D73DF1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1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1048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2733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923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48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17154046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89431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238F-0EAD-6966-A7EC-F5D6A4A56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D78C3-356B-F76E-D84F-47DA913EF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CF59F-26E9-81D2-C8C1-3F88C259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823B6-3254-4F7D-B130-CABC32FF281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2A936-E57E-0E48-223B-32725D18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EE1E-A6D7-FA74-801C-9B3F31E5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D4F4-90D1-44CA-B5F3-3B18EB84D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917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1F197-BBD3-F0CF-61A3-8C722BAA63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5E852628-66D0-63A4-2D1F-5C71AC7C4B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70538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29DE1A84-7895-6C86-55F4-BD33491BA5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94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10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591360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77373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33225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4633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5146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257675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104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93627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82091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61627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38093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8649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724319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419024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527703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620590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775290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047842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4795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184606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773009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86585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052868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516635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04891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06420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672896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624034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708737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249391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3347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97813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6343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50197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772650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07632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311951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671864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02002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E71AD-28C0-A891-7383-A422FAE801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88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24981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64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611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41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123994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14123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Dar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dark 16x9 background live shapes">
            <a:extLst>
              <a:ext uri="{FF2B5EF4-FFF2-40B4-BE49-F238E27FC236}">
                <a16:creationId xmlns:a16="http://schemas.microsoft.com/office/drawing/2014/main" id="{D6DDA62B-58BD-05FE-12D1-C1AC0D002AB1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411480" y="4576565"/>
            <a:chExt cx="2743200" cy="1545336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D0557860-6A8F-8E52-A580-098D8C0E2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411480" y="4576565"/>
              <a:ext cx="2743200" cy="1545336"/>
            </a:xfrm>
            <a:prstGeom prst="rect">
              <a:avLst/>
            </a:prstGeom>
            <a:gradFill>
              <a:gsLst>
                <a:gs pos="0">
                  <a:srgbClr val="391C0E"/>
                </a:gs>
                <a:gs pos="44000">
                  <a:srgbClr val="000000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7E1C8F-4FB3-EACE-501C-D6337A818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411480" y="4576565"/>
              <a:ext cx="2743200" cy="1545336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22E67220-0F09-59F1-152B-DC326AC26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48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0">
                  <a:srgbClr val="391C0E">
                    <a:alpha val="65000"/>
                  </a:srgbClr>
                </a:gs>
                <a:gs pos="44000">
                  <a:srgbClr val="000000">
                    <a:alpha val="6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718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84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50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image" Target="../media/image1.sv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8" Type="http://schemas.openxmlformats.org/officeDocument/2006/relationships/slideLayout" Target="../slideLayouts/slideLayout58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AB7D6F-46F5-5711-A2C4-2983D9F4ADB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5838950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transition>
    <p:fade/>
  </p:transition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70A57B-2DDE-FA3A-327A-0950483019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032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  <p:sldLayoutId id="2147483750" r:id="rId39"/>
    <p:sldLayoutId id="2147483751" r:id="rId40"/>
    <p:sldLayoutId id="2147483752" r:id="rId41"/>
    <p:sldLayoutId id="2147483753" r:id="rId42"/>
    <p:sldLayoutId id="2147483754" r:id="rId43"/>
    <p:sldLayoutId id="2147483755" r:id="rId44"/>
    <p:sldLayoutId id="2147483756" r:id="rId45"/>
    <p:sldLayoutId id="2147483757" r:id="rId46"/>
    <p:sldLayoutId id="2147483758" r:id="rId47"/>
    <p:sldLayoutId id="2147483759" r:id="rId48"/>
    <p:sldLayoutId id="2147483760" r:id="rId49"/>
    <p:sldLayoutId id="2147483761" r:id="rId50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sv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12" Type="http://schemas.openxmlformats.org/officeDocument/2006/relationships/image" Target="../media/image5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47.sv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sv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CB3B_6BA584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61.svg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5.xml"/><Relationship Id="rId6" Type="http://schemas.openxmlformats.org/officeDocument/2006/relationships/image" Target="../media/image67.svg"/><Relationship Id="rId5" Type="http://schemas.openxmlformats.org/officeDocument/2006/relationships/image" Target="../media/image66.svg"/><Relationship Id="rId4" Type="http://schemas.openxmlformats.org/officeDocument/2006/relationships/image" Target="../media/image65.sv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69.sv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CB35_5C812C7B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5.xml"/><Relationship Id="rId5" Type="http://schemas.openxmlformats.org/officeDocument/2006/relationships/image" Target="../media/image62.png"/><Relationship Id="rId4" Type="http://schemas.microsoft.com/office/2017/06/relationships/model3d" Target="../media/model3d1.glb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66.sv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66.sv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cosmos-db-global-secondary-index" TargetMode="External"/><Relationship Id="rId3" Type="http://schemas.microsoft.com/office/2018/10/relationships/comments" Target="../comments/modernComment_7FFFCB33_FAF6B2E7.xml"/><Relationship Id="rId7" Type="http://schemas.openxmlformats.org/officeDocument/2006/relationships/hyperlink" Target="https://aka.ms/cosmos-db-per-partition-automatic-failover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5.xml"/><Relationship Id="rId6" Type="http://schemas.openxmlformats.org/officeDocument/2006/relationships/hyperlink" Target="https://aka.ms/cosmos-db-agent-kit" TargetMode="External"/><Relationship Id="rId5" Type="http://schemas.openxmlformats.org/officeDocument/2006/relationships/hyperlink" Target="https://aka.ms/cosmos-db-memory-toolkit" TargetMode="External"/><Relationship Id="rId4" Type="http://schemas.openxmlformats.org/officeDocument/2006/relationships/hyperlink" Target="https://aka.ms/cosmos-db-travel-multi-ag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31632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E9E8-A35A-956C-1972-F3FC8D4A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87117"/>
            <a:ext cx="5577840" cy="1846659"/>
          </a:xfrm>
        </p:spPr>
        <p:txBody>
          <a:bodyPr/>
          <a:lstStyle/>
          <a:p>
            <a:r>
              <a:rPr lang="en-US"/>
              <a:t>Designing Reliable Multi‑Agent Apps with Azure Cosmos DB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6C8AD-F5FB-9338-D120-3551EBC8CB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199" y="3962399"/>
            <a:ext cx="6697489" cy="830997"/>
          </a:xfrm>
        </p:spPr>
        <p:txBody>
          <a:bodyPr/>
          <a:lstStyle/>
          <a:p>
            <a:r>
              <a:rPr lang="en-US"/>
              <a:t>Aayush Kataria, Software Engineer 2, Azure Cosmos DB</a:t>
            </a:r>
          </a:p>
          <a:p>
            <a:r>
              <a:rPr lang="en-US"/>
              <a:t>Justine Cocchi, Principal Program Manager, Azure Cosmos DB </a:t>
            </a:r>
          </a:p>
        </p:txBody>
      </p:sp>
    </p:spTree>
    <p:extLst>
      <p:ext uri="{BB962C8B-B14F-4D97-AF65-F5344CB8AC3E}">
        <p14:creationId xmlns:p14="http://schemas.microsoft.com/office/powerpoint/2010/main" val="4936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2E16-4C6C-7855-0929-94923F73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happens when a user starts a chat?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3E671F-CB0C-E625-97AE-5367ED605A64}"/>
              </a:ext>
            </a:extLst>
          </p:cNvPr>
          <p:cNvCxnSpPr>
            <a:cxnSpLocks/>
          </p:cNvCxnSpPr>
          <p:nvPr/>
        </p:nvCxnSpPr>
        <p:spPr>
          <a:xfrm>
            <a:off x="1060704" y="2225040"/>
            <a:ext cx="0" cy="3965448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913B0-8205-EE7D-EBBB-81DC39651612}"/>
              </a:ext>
            </a:extLst>
          </p:cNvPr>
          <p:cNvCxnSpPr>
            <a:cxnSpLocks/>
          </p:cNvCxnSpPr>
          <p:nvPr/>
        </p:nvCxnSpPr>
        <p:spPr>
          <a:xfrm>
            <a:off x="3489960" y="2225040"/>
            <a:ext cx="9141" cy="3965448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1C64A4-6628-EB7B-EE73-2B0B62021F17}"/>
              </a:ext>
            </a:extLst>
          </p:cNvPr>
          <p:cNvCxnSpPr>
            <a:cxnSpLocks/>
          </p:cNvCxnSpPr>
          <p:nvPr/>
        </p:nvCxnSpPr>
        <p:spPr>
          <a:xfrm flipH="1">
            <a:off x="5916162" y="2235708"/>
            <a:ext cx="3053" cy="395478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13ECED-9B34-02FA-4CD2-E34600AF4FC6}"/>
              </a:ext>
            </a:extLst>
          </p:cNvPr>
          <p:cNvCxnSpPr>
            <a:cxnSpLocks/>
          </p:cNvCxnSpPr>
          <p:nvPr/>
        </p:nvCxnSpPr>
        <p:spPr>
          <a:xfrm>
            <a:off x="8357612" y="2222017"/>
            <a:ext cx="12194" cy="3968471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28203A-A12A-D946-E20B-53ED7CF0BB65}"/>
              </a:ext>
            </a:extLst>
          </p:cNvPr>
          <p:cNvCxnSpPr>
            <a:cxnSpLocks/>
          </p:cNvCxnSpPr>
          <p:nvPr/>
        </p:nvCxnSpPr>
        <p:spPr>
          <a:xfrm>
            <a:off x="10799063" y="2269236"/>
            <a:ext cx="0" cy="3921252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BB59C5-5EDD-2A0C-C038-7185EF886C11}"/>
              </a:ext>
            </a:extLst>
          </p:cNvPr>
          <p:cNvSpPr txBox="1"/>
          <p:nvPr/>
        </p:nvSpPr>
        <p:spPr>
          <a:xfrm>
            <a:off x="329184" y="1844067"/>
            <a:ext cx="1463040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2000" b="1">
                <a:solidFill>
                  <a:srgbClr val="318581"/>
                </a:solidFill>
                <a:cs typeface="Segoe Sans Display Semibold" pitchFamily="2" charset="0"/>
              </a:rPr>
              <a:t>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99B0E-D504-1C31-899A-0C3481BB3A62}"/>
              </a:ext>
            </a:extLst>
          </p:cNvPr>
          <p:cNvSpPr txBox="1"/>
          <p:nvPr/>
        </p:nvSpPr>
        <p:spPr>
          <a:xfrm>
            <a:off x="2710435" y="1844065"/>
            <a:ext cx="1601725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2000" b="1">
                <a:solidFill>
                  <a:srgbClr val="0A6BBA"/>
                </a:solidFill>
                <a:cs typeface="Segoe Sans Display Semibold" pitchFamily="2" charset="0"/>
              </a:rPr>
              <a:t>Orchestrator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35BD75-FB8E-8D35-4494-3846A9F82BD5}"/>
              </a:ext>
            </a:extLst>
          </p:cNvPr>
          <p:cNvSpPr txBox="1"/>
          <p:nvPr/>
        </p:nvSpPr>
        <p:spPr>
          <a:xfrm>
            <a:off x="5187695" y="1844065"/>
            <a:ext cx="1463040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2000" b="1">
                <a:solidFill>
                  <a:srgbClr val="AC35AF"/>
                </a:solidFill>
                <a:cs typeface="Segoe Sans Display Semibold" pitchFamily="2" charset="0"/>
              </a:rPr>
              <a:t>Specialists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634BDE-59E9-DED9-7032-3DA7543EA8A8}"/>
              </a:ext>
            </a:extLst>
          </p:cNvPr>
          <p:cNvSpPr txBox="1"/>
          <p:nvPr/>
        </p:nvSpPr>
        <p:spPr>
          <a:xfrm>
            <a:off x="7230236" y="1822754"/>
            <a:ext cx="2193791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2000" b="1">
                <a:solidFill>
                  <a:srgbClr val="C74195"/>
                </a:solidFill>
                <a:cs typeface="Segoe Sans Display Semibold" pitchFamily="2" charset="0"/>
              </a:rPr>
              <a:t>Azure Cosmos DB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0AA74F-3240-1D7B-2C5C-576788E3F699}"/>
              </a:ext>
            </a:extLst>
          </p:cNvPr>
          <p:cNvSpPr txBox="1"/>
          <p:nvPr/>
        </p:nvSpPr>
        <p:spPr>
          <a:xfrm>
            <a:off x="9971527" y="1833399"/>
            <a:ext cx="1606290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2000" b="1">
                <a:solidFill>
                  <a:srgbClr val="F65567"/>
                </a:solidFill>
                <a:cs typeface="Segoe Sans Display Semibold" pitchFamily="2" charset="0"/>
              </a:rPr>
              <a:t>Azure OpenAI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8D59E5-7B5F-1E05-9144-854BCC19C9C6}"/>
              </a:ext>
            </a:extLst>
          </p:cNvPr>
          <p:cNvCxnSpPr>
            <a:cxnSpLocks/>
          </p:cNvCxnSpPr>
          <p:nvPr/>
        </p:nvCxnSpPr>
        <p:spPr>
          <a:xfrm>
            <a:off x="1060704" y="2606040"/>
            <a:ext cx="2429256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EB1A17D-5BC7-459A-1C94-DDC77A3CC18B}"/>
              </a:ext>
            </a:extLst>
          </p:cNvPr>
          <p:cNvSpPr txBox="1"/>
          <p:nvPr/>
        </p:nvSpPr>
        <p:spPr>
          <a:xfrm>
            <a:off x="1175768" y="2269261"/>
            <a:ext cx="2145030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6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“Plan a trip to Paris”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5E8A05-3973-6F17-874D-8A81861AAE00}"/>
              </a:ext>
            </a:extLst>
          </p:cNvPr>
          <p:cNvCxnSpPr>
            <a:cxnSpLocks/>
          </p:cNvCxnSpPr>
          <p:nvPr/>
        </p:nvCxnSpPr>
        <p:spPr>
          <a:xfrm>
            <a:off x="3489959" y="3096768"/>
            <a:ext cx="2429256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701266-17FC-42E8-F192-515938A5B16B}"/>
              </a:ext>
            </a:extLst>
          </p:cNvPr>
          <p:cNvSpPr txBox="1"/>
          <p:nvPr/>
        </p:nvSpPr>
        <p:spPr>
          <a:xfrm>
            <a:off x="3690749" y="2761500"/>
            <a:ext cx="2027680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6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Route to hotel agent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B11818-FB65-C6D9-0FA8-F4798E390AAA}"/>
              </a:ext>
            </a:extLst>
          </p:cNvPr>
          <p:cNvCxnSpPr>
            <a:cxnSpLocks/>
          </p:cNvCxnSpPr>
          <p:nvPr/>
        </p:nvCxnSpPr>
        <p:spPr>
          <a:xfrm>
            <a:off x="5928356" y="3678936"/>
            <a:ext cx="2429256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6C441D1-4A04-A7DA-F5FE-1BFA64CB1F48}"/>
              </a:ext>
            </a:extLst>
          </p:cNvPr>
          <p:cNvSpPr txBox="1"/>
          <p:nvPr/>
        </p:nvSpPr>
        <p:spPr>
          <a:xfrm>
            <a:off x="6261355" y="3346731"/>
            <a:ext cx="1787649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6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Recall memories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BA6C06-F535-33AD-EE75-A8C757EE2626}"/>
              </a:ext>
            </a:extLst>
          </p:cNvPr>
          <p:cNvCxnSpPr>
            <a:cxnSpLocks/>
          </p:cNvCxnSpPr>
          <p:nvPr/>
        </p:nvCxnSpPr>
        <p:spPr>
          <a:xfrm>
            <a:off x="5928356" y="4972066"/>
            <a:ext cx="2429256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A5EE566-F155-0132-D5BA-69ECD6003A8F}"/>
              </a:ext>
            </a:extLst>
          </p:cNvPr>
          <p:cNvSpPr txBox="1"/>
          <p:nvPr/>
        </p:nvSpPr>
        <p:spPr>
          <a:xfrm>
            <a:off x="6249159" y="4631438"/>
            <a:ext cx="1787649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6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Discover places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F9112E8-B8BF-306A-8234-7883D5319BD8}"/>
              </a:ext>
            </a:extLst>
          </p:cNvPr>
          <p:cNvCxnSpPr>
            <a:cxnSpLocks/>
          </p:cNvCxnSpPr>
          <p:nvPr/>
        </p:nvCxnSpPr>
        <p:spPr>
          <a:xfrm>
            <a:off x="5916162" y="4351771"/>
            <a:ext cx="488290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1D8A9F-9A57-2EA5-D127-D3D8129CD84B}"/>
              </a:ext>
            </a:extLst>
          </p:cNvPr>
          <p:cNvSpPr txBox="1"/>
          <p:nvPr/>
        </p:nvSpPr>
        <p:spPr>
          <a:xfrm>
            <a:off x="7078231" y="4028707"/>
            <a:ext cx="2506204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6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Embed query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57E5FC0-C350-9C6F-CAF1-ADA6344BF99E}"/>
              </a:ext>
            </a:extLst>
          </p:cNvPr>
          <p:cNvCxnSpPr>
            <a:cxnSpLocks/>
          </p:cNvCxnSpPr>
          <p:nvPr/>
        </p:nvCxnSpPr>
        <p:spPr>
          <a:xfrm>
            <a:off x="1060704" y="5575140"/>
            <a:ext cx="486765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513363C-B132-8ADF-5EB0-6052423CDCAA}"/>
              </a:ext>
            </a:extLst>
          </p:cNvPr>
          <p:cNvSpPr txBox="1"/>
          <p:nvPr/>
        </p:nvSpPr>
        <p:spPr>
          <a:xfrm>
            <a:off x="1057659" y="5195666"/>
            <a:ext cx="4864599" cy="40230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6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“Here are three hotels that match your preferences”</a:t>
            </a:r>
          </a:p>
        </p:txBody>
      </p:sp>
    </p:spTree>
    <p:extLst>
      <p:ext uri="{BB962C8B-B14F-4D97-AF65-F5344CB8AC3E}">
        <p14:creationId xmlns:p14="http://schemas.microsoft.com/office/powerpoint/2010/main" val="355179838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94A9-C2BF-A9BF-AF5E-BB7F9D1A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18E2-B0A1-72FD-B6FE-96625F13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User interaction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EC16D-8C43-3B1E-8FA1-1385622DE974}"/>
              </a:ext>
            </a:extLst>
          </p:cNvPr>
          <p:cNvSpPr txBox="1"/>
          <p:nvPr/>
        </p:nvSpPr>
        <p:spPr>
          <a:xfrm>
            <a:off x="506033" y="3577703"/>
            <a:ext cx="1463040" cy="61322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r>
              <a:rPr lang="en-US" sz="1400"/>
              <a:t>User logs 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2BEDDE-83A9-8892-6942-4E8A506E7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63933" y="2760258"/>
            <a:ext cx="758167" cy="758167"/>
          </a:xfrm>
          <a:prstGeom prst="ellipse">
            <a:avLst/>
          </a:prstGeom>
          <a:solidFill>
            <a:srgbClr val="318581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B3D25-B152-A9D4-C10B-E092E041475F}"/>
              </a:ext>
            </a:extLst>
          </p:cNvPr>
          <p:cNvSpPr txBox="1"/>
          <p:nvPr/>
        </p:nvSpPr>
        <p:spPr>
          <a:xfrm>
            <a:off x="2637260" y="3552388"/>
            <a:ext cx="1463040" cy="61322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r>
              <a:rPr lang="en-US" sz="1400"/>
              <a:t>Browse products on site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CB8127-C0FA-1C4A-87C1-39A7C9983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2884453" y="2761584"/>
            <a:ext cx="758167" cy="758167"/>
          </a:xfrm>
          <a:prstGeom prst="ellipse">
            <a:avLst/>
          </a:prstGeom>
          <a:solidFill>
            <a:srgbClr val="1975A4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97B94-C88F-C6A0-9A1A-0DAB5CDE2EAC}"/>
              </a:ext>
            </a:extLst>
          </p:cNvPr>
          <p:cNvSpPr txBox="1"/>
          <p:nvPr/>
        </p:nvSpPr>
        <p:spPr>
          <a:xfrm>
            <a:off x="4289364" y="3543574"/>
            <a:ext cx="1463040" cy="61322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4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Specialist recalls memories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6D1D90-FE38-AA71-54DC-649D350C1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641802" y="2761584"/>
            <a:ext cx="758167" cy="758167"/>
          </a:xfrm>
          <a:prstGeom prst="ellipse">
            <a:avLst/>
          </a:prstGeom>
          <a:solidFill>
            <a:srgbClr val="0A6BBA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20289F-7843-DC11-52E9-72829DC1D608}"/>
              </a:ext>
            </a:extLst>
          </p:cNvPr>
          <p:cNvSpPr txBox="1"/>
          <p:nvPr/>
        </p:nvSpPr>
        <p:spPr>
          <a:xfrm>
            <a:off x="6137063" y="3560740"/>
            <a:ext cx="1463040" cy="61322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4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Specialist discovers places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73A580-305F-AA00-47D0-D1E5FF916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474441" y="2760996"/>
            <a:ext cx="758167" cy="758167"/>
          </a:xfrm>
          <a:prstGeom prst="ellipse">
            <a:avLst/>
          </a:prstGeom>
          <a:solidFill>
            <a:srgbClr val="AC35AF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EB6722-E86D-95E9-BCA0-29BEB4B09597}"/>
              </a:ext>
            </a:extLst>
          </p:cNvPr>
          <p:cNvSpPr txBox="1"/>
          <p:nvPr/>
        </p:nvSpPr>
        <p:spPr>
          <a:xfrm>
            <a:off x="7949787" y="3552874"/>
            <a:ext cx="1463040" cy="613229"/>
          </a:xfrm>
          <a:prstGeom prst="rect">
            <a:avLst/>
          </a:prstGeom>
          <a:noFill/>
          <a:ln w="15875">
            <a:noFill/>
          </a:ln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4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Create or update trip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C177C1-610D-BB52-F2B2-895BD6E64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302224" y="2762070"/>
            <a:ext cx="758167" cy="758167"/>
          </a:xfrm>
          <a:prstGeom prst="ellipse">
            <a:avLst/>
          </a:prstGeom>
          <a:solidFill>
            <a:srgbClr val="C74195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1EA38-9EAF-246C-1C73-ECAEF2A40439}"/>
              </a:ext>
            </a:extLst>
          </p:cNvPr>
          <p:cNvSpPr txBox="1"/>
          <p:nvPr/>
        </p:nvSpPr>
        <p:spPr>
          <a:xfrm>
            <a:off x="9797486" y="3564408"/>
            <a:ext cx="1463040" cy="61322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4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Extract memories 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EDA2B3-6E0E-9F55-B1F8-859522DA1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149923" y="2764664"/>
            <a:ext cx="758167" cy="758167"/>
          </a:xfrm>
          <a:prstGeom prst="ellipse">
            <a:avLst/>
          </a:prstGeom>
          <a:solidFill>
            <a:srgbClr val="F65567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33" name="Rounded Rectangle 64">
            <a:extLst>
              <a:ext uri="{FF2B5EF4-FFF2-40B4-BE49-F238E27FC236}">
                <a16:creationId xmlns:a16="http://schemas.microsoft.com/office/drawing/2014/main" id="{07B7638D-1999-E3D6-C1DA-858D74E6D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91205" y="2197247"/>
            <a:ext cx="11409589" cy="3138681"/>
          </a:xfrm>
          <a:prstGeom prst="roundRect">
            <a:avLst>
              <a:gd name="adj" fmla="val 6278"/>
            </a:avLst>
          </a:prstGeom>
          <a:noFill/>
          <a:ln w="12700" cap="rnd">
            <a:solidFill>
              <a:schemeClr val="tx1">
                <a:alpha val="60000"/>
              </a:schemeClr>
            </a:solidFill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1684">
              <a:spcBef>
                <a:spcPts val="174"/>
              </a:spcBef>
              <a:defRPr/>
            </a:pPr>
            <a:endParaRPr lang="en-US" sz="2170" b="1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 useBgFill="1">
        <p:nvSpPr>
          <p:cNvPr id="34" name="Title 1">
            <a:extLst>
              <a:ext uri="{FF2B5EF4-FFF2-40B4-BE49-F238E27FC236}">
                <a16:creationId xmlns:a16="http://schemas.microsoft.com/office/drawing/2014/main" id="{72E74E26-0066-171C-E843-30E5DA265DCF}"/>
              </a:ext>
            </a:extLst>
          </p:cNvPr>
          <p:cNvSpPr txBox="1">
            <a:spLocks/>
          </p:cNvSpPr>
          <p:nvPr/>
        </p:nvSpPr>
        <p:spPr>
          <a:xfrm>
            <a:off x="4139753" y="2017713"/>
            <a:ext cx="3912492" cy="307777"/>
          </a:xfrm>
          <a:prstGeom prst="rect">
            <a:avLst/>
          </a:prstGeom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367" fontAlgn="base">
              <a:spcBef>
                <a:spcPct val="0"/>
              </a:spcBef>
              <a:spcAft>
                <a:spcPct val="0"/>
              </a:spcAft>
              <a:defRPr sz="2400" b="1">
                <a:ln w="3175">
                  <a:noFill/>
                </a:ln>
                <a:gradFill flip="none" rotWithShape="1">
                  <a:gsLst>
                    <a:gs pos="93706">
                      <a:srgbClr val="FFFFFF"/>
                    </a:gs>
                    <a:gs pos="80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defRPr>
            </a:lvl1pPr>
          </a:lstStyle>
          <a:p>
            <a:pPr defTabSz="342888">
              <a:defRPr/>
            </a:pPr>
            <a:r>
              <a:rPr lang="en-US" sz="2000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Data flow and customer journey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0785726-3023-8BEE-94AA-BCB12071FAB7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1922100" y="3139342"/>
            <a:ext cx="962353" cy="1326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48475D9-EB2A-2038-101E-FF3FBC6F5E29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3642620" y="3140668"/>
            <a:ext cx="99918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AB480E-4041-1786-0C2B-79C38E5A891E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 flipV="1">
            <a:off x="5399969" y="3140080"/>
            <a:ext cx="1074472" cy="588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28AA3B-1046-133A-7CB3-541E8B7AE657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>
            <a:off x="7232608" y="3140080"/>
            <a:ext cx="1069616" cy="1074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CCD12B5-6E30-378C-502B-7640803308F0}"/>
              </a:ext>
            </a:extLst>
          </p:cNvPr>
          <p:cNvCxnSpPr>
            <a:cxnSpLocks/>
            <a:stCxn id="23" idx="6"/>
            <a:endCxn id="27" idx="2"/>
          </p:cNvCxnSpPr>
          <p:nvPr/>
        </p:nvCxnSpPr>
        <p:spPr>
          <a:xfrm>
            <a:off x="9060391" y="3141154"/>
            <a:ext cx="1089532" cy="2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Graphic 69">
            <a:extLst>
              <a:ext uri="{FF2B5EF4-FFF2-40B4-BE49-F238E27FC236}">
                <a16:creationId xmlns:a16="http://schemas.microsoft.com/office/drawing/2014/main" id="{650F2BCC-CC74-57DE-0838-81FF4A099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6517" y="2908586"/>
            <a:ext cx="452836" cy="452836"/>
          </a:xfrm>
          <a:prstGeom prst="rect">
            <a:avLst/>
          </a:prstGeom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id="{2E457D62-3C5E-9211-70A1-9C00728A16FA}"/>
              </a:ext>
            </a:extLst>
          </p:cNvPr>
          <p:cNvSpPr/>
          <p:nvPr/>
        </p:nvSpPr>
        <p:spPr>
          <a:xfrm rot="16200000">
            <a:off x="4040913" y="1076705"/>
            <a:ext cx="437071" cy="6910673"/>
          </a:xfrm>
          <a:prstGeom prst="leftBrac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98F981E7-A0FC-FB16-2A80-3F2B13DF9F78}"/>
              </a:ext>
            </a:extLst>
          </p:cNvPr>
          <p:cNvSpPr/>
          <p:nvPr/>
        </p:nvSpPr>
        <p:spPr>
          <a:xfrm rot="16200000">
            <a:off x="9386620" y="2762678"/>
            <a:ext cx="437073" cy="3538725"/>
          </a:xfrm>
          <a:prstGeom prst="leftBrac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301CC-E918-6AFD-BDB1-C572855F87C3}"/>
              </a:ext>
            </a:extLst>
          </p:cNvPr>
          <p:cNvSpPr txBox="1"/>
          <p:nvPr/>
        </p:nvSpPr>
        <p:spPr>
          <a:xfrm>
            <a:off x="1013938" y="4758133"/>
            <a:ext cx="6550852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932742">
              <a:lnSpc>
                <a:spcPct val="100000"/>
              </a:lnSpc>
              <a:spcBef>
                <a:spcPct val="0"/>
              </a:spcBef>
              <a:buNone/>
              <a:defRPr sz="3600" b="0" cap="none" spc="-50" baseline="0">
                <a:ln w="3175">
                  <a:noFill/>
                </a:ln>
                <a:effectLst/>
                <a:latin typeface="+mj-lt"/>
                <a:cs typeface="Segoe UI" pitchFamily="34" charset="0"/>
              </a:defRPr>
            </a:lvl1pPr>
            <a:lvl2pPr marL="0" lvl="1" algn="ctr" defTabSz="630263" fontAlgn="base">
              <a:spcBef>
                <a:spcPts val="1500"/>
              </a:spcBef>
              <a:buSzPct val="90000"/>
              <a:tabLst>
                <a:tab pos="1371655" algn="l"/>
              </a:tabLst>
              <a:defRPr sz="2800" b="1">
                <a:ln w="3175">
                  <a:noFill/>
                </a:ln>
                <a:gradFill flip="none" rotWithShape="1">
                  <a:gsLst>
                    <a:gs pos="0">
                      <a:srgbClr val="F97483"/>
                    </a:gs>
                    <a:gs pos="100000">
                      <a:srgbClr val="41AFA1"/>
                    </a:gs>
                    <a:gs pos="68000">
                      <a:srgbClr val="46A0DE"/>
                    </a:gs>
                    <a:gs pos="31000">
                      <a:srgbClr val="CA6CC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defRPr>
            </a:lvl2pPr>
          </a:lstStyle>
          <a:p>
            <a:pPr lvl="1"/>
            <a:r>
              <a:rPr lang="en-US" sz="2400" b="0" spc="-50">
                <a:gradFill flip="none" rotWithShape="1">
                  <a:gsLst>
                    <a:gs pos="18000">
                      <a:srgbClr val="F65567"/>
                    </a:gs>
                    <a:gs pos="100000">
                      <a:srgbClr val="318581"/>
                    </a:gs>
                    <a:gs pos="73000">
                      <a:srgbClr val="0A6BBA"/>
                    </a:gs>
                    <a:gs pos="43000">
                      <a:srgbClr val="7656A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</a:rPr>
              <a:t>Latency and Personalization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8963A3-5746-A584-7FB2-78AECE8F7624}"/>
              </a:ext>
            </a:extLst>
          </p:cNvPr>
          <p:cNvSpPr txBox="1"/>
          <p:nvPr/>
        </p:nvSpPr>
        <p:spPr>
          <a:xfrm>
            <a:off x="6329731" y="4745011"/>
            <a:ext cx="6550852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932742">
              <a:lnSpc>
                <a:spcPct val="100000"/>
              </a:lnSpc>
              <a:spcBef>
                <a:spcPct val="0"/>
              </a:spcBef>
              <a:buNone/>
              <a:defRPr sz="3600" b="0" cap="none" spc="-50" baseline="0">
                <a:ln w="3175">
                  <a:noFill/>
                </a:ln>
                <a:effectLst/>
                <a:latin typeface="+mj-lt"/>
                <a:cs typeface="Segoe UI" pitchFamily="34" charset="0"/>
              </a:defRPr>
            </a:lvl1pPr>
            <a:lvl2pPr marL="0" lvl="1" algn="ctr" defTabSz="630263" fontAlgn="base">
              <a:spcBef>
                <a:spcPts val="1500"/>
              </a:spcBef>
              <a:buSzPct val="90000"/>
              <a:tabLst>
                <a:tab pos="1371655" algn="l"/>
              </a:tabLst>
              <a:defRPr sz="2800" b="1">
                <a:ln w="3175">
                  <a:noFill/>
                </a:ln>
                <a:gradFill flip="none" rotWithShape="1">
                  <a:gsLst>
                    <a:gs pos="0">
                      <a:srgbClr val="F97483"/>
                    </a:gs>
                    <a:gs pos="100000">
                      <a:srgbClr val="41AFA1"/>
                    </a:gs>
                    <a:gs pos="68000">
                      <a:srgbClr val="46A0DE"/>
                    </a:gs>
                    <a:gs pos="31000">
                      <a:srgbClr val="CA6CC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defRPr>
            </a:lvl2pPr>
          </a:lstStyle>
          <a:p>
            <a:pPr lvl="1"/>
            <a:r>
              <a:rPr lang="en-US" sz="2400" b="0" spc="-50">
                <a:gradFill flip="none" rotWithShape="1">
                  <a:gsLst>
                    <a:gs pos="18000">
                      <a:srgbClr val="F65567"/>
                    </a:gs>
                    <a:gs pos="100000">
                      <a:srgbClr val="318581"/>
                    </a:gs>
                    <a:gs pos="73000">
                      <a:srgbClr val="0A6BBA"/>
                    </a:gs>
                    <a:gs pos="43000">
                      <a:srgbClr val="7656A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</a:rPr>
              <a:t>Consistency and Reliability</a:t>
            </a:r>
          </a:p>
        </p:txBody>
      </p:sp>
      <p:pic>
        <p:nvPicPr>
          <p:cNvPr id="12" name="Graphic 11" descr="Brain outline">
            <a:extLst>
              <a:ext uri="{FF2B5EF4-FFF2-40B4-BE49-F238E27FC236}">
                <a16:creationId xmlns:a16="http://schemas.microsoft.com/office/drawing/2014/main" id="{88D25544-54BE-552C-CE40-C552602D8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2185" y="2888005"/>
            <a:ext cx="502671" cy="502671"/>
          </a:xfrm>
          <a:prstGeom prst="rect">
            <a:avLst/>
          </a:prstGeom>
        </p:spPr>
      </p:pic>
      <p:pic>
        <p:nvPicPr>
          <p:cNvPr id="16" name="Graphic 15" descr="Magnifying glass with solid fill">
            <a:extLst>
              <a:ext uri="{FF2B5EF4-FFF2-40B4-BE49-F238E27FC236}">
                <a16:creationId xmlns:a16="http://schemas.microsoft.com/office/drawing/2014/main" id="{09271AEB-89DD-8E99-CB4F-8D8E7BC33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2432" y="2904516"/>
            <a:ext cx="456906" cy="456906"/>
          </a:xfrm>
          <a:prstGeom prst="rect">
            <a:avLst/>
          </a:prstGeom>
        </p:spPr>
      </p:pic>
      <p:pic>
        <p:nvPicPr>
          <p:cNvPr id="20" name="Graphic 19" descr="Globe outline">
            <a:extLst>
              <a:ext uri="{FF2B5EF4-FFF2-40B4-BE49-F238E27FC236}">
                <a16:creationId xmlns:a16="http://schemas.microsoft.com/office/drawing/2014/main" id="{C2142C0A-DBDA-81BE-6A46-532C661BD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1731" y="2900007"/>
            <a:ext cx="461415" cy="461415"/>
          </a:xfrm>
          <a:prstGeom prst="rect">
            <a:avLst/>
          </a:prstGeom>
        </p:spPr>
      </p:pic>
      <p:pic>
        <p:nvPicPr>
          <p:cNvPr id="24" name="Graphic 23" descr="DNA outline">
            <a:extLst>
              <a:ext uri="{FF2B5EF4-FFF2-40B4-BE49-F238E27FC236}">
                <a16:creationId xmlns:a16="http://schemas.microsoft.com/office/drawing/2014/main" id="{5A1096F4-178F-6D9A-F3B1-3BDDA70B77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30315">
            <a:off x="10296896" y="2925916"/>
            <a:ext cx="449475" cy="449475"/>
          </a:xfrm>
          <a:prstGeom prst="rect">
            <a:avLst/>
          </a:prstGeom>
        </p:spPr>
      </p:pic>
      <p:pic>
        <p:nvPicPr>
          <p:cNvPr id="28" name="Graphic 27" descr="Disk outline">
            <a:extLst>
              <a:ext uri="{FF2B5EF4-FFF2-40B4-BE49-F238E27FC236}">
                <a16:creationId xmlns:a16="http://schemas.microsoft.com/office/drawing/2014/main" id="{C08A3C83-F6E5-B245-5159-58DAAC65C4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23308" y="2882696"/>
            <a:ext cx="535914" cy="53591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B6CA7CB-A402-0360-94B6-7311D1BFC5E6}"/>
              </a:ext>
            </a:extLst>
          </p:cNvPr>
          <p:cNvSpPr txBox="1"/>
          <p:nvPr/>
        </p:nvSpPr>
        <p:spPr>
          <a:xfrm>
            <a:off x="2534814" y="3528887"/>
            <a:ext cx="1463040" cy="61322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4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Orchestrator routes to specialist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FB06C1-3158-F549-F510-726DCA9F173B}"/>
              </a:ext>
            </a:extLst>
          </p:cNvPr>
          <p:cNvSpPr txBox="1"/>
          <p:nvPr/>
        </p:nvSpPr>
        <p:spPr>
          <a:xfrm>
            <a:off x="804112" y="3544851"/>
            <a:ext cx="1463040" cy="613229"/>
          </a:xfrm>
          <a:prstGeom prst="rect">
            <a:avLst/>
          </a:prstGeom>
          <a:noFill/>
        </p:spPr>
        <p:txBody>
          <a:bodyPr wrap="square" lIns="0" tIns="91440" rIns="0" bIns="0" rtlCol="0" anchor="t" anchorCtr="0">
            <a:noAutofit/>
          </a:bodyPr>
          <a:lstStyle>
            <a:defPPr>
              <a:defRPr lang="en-US"/>
            </a:defPPr>
            <a:lvl1pPr algn="ctr" defTabSz="457200">
              <a:spcBef>
                <a:spcPts val="1200"/>
              </a:spcBef>
              <a:defRPr sz="2800" kern="0">
                <a:gradFill>
                  <a:gsLst>
                    <a:gs pos="27972">
                      <a:srgbClr val="FFFFFF"/>
                    </a:gs>
                    <a:gs pos="68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</a:lstStyle>
          <a:p>
            <a:pPr defTabSz="171450">
              <a:spcBef>
                <a:spcPts val="450"/>
              </a:spcBef>
              <a:defRPr/>
            </a:pPr>
            <a:r>
              <a:rPr lang="en-US" sz="1400" b="1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User Sends message</a:t>
            </a:r>
          </a:p>
        </p:txBody>
      </p:sp>
    </p:spTree>
    <p:extLst>
      <p:ext uri="{BB962C8B-B14F-4D97-AF65-F5344CB8AC3E}">
        <p14:creationId xmlns:p14="http://schemas.microsoft.com/office/powerpoint/2010/main" val="26706946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6A6D-C9F4-4E57-F992-C97AEA47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C8E7D0-58F5-4F3A-8BA8-408753EB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Why Multi-Agent?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046127-F7EE-DD5F-DF7E-91907FF064F4}"/>
              </a:ext>
            </a:extLst>
          </p:cNvPr>
          <p:cNvSpPr txBox="1"/>
          <p:nvPr/>
        </p:nvSpPr>
        <p:spPr>
          <a:xfrm>
            <a:off x="653142" y="1898197"/>
            <a:ext cx="388228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Segoe UI Variable Display Semib"/>
              </a:rPr>
              <a:t>The Single-Agent </a:t>
            </a:r>
            <a:r>
              <a:rPr lang="en-US" sz="2400">
                <a:solidFill>
                  <a:srgbClr val="000000"/>
                </a:solidFill>
                <a:latin typeface="Segoe UI Variable Display Semib"/>
              </a:rPr>
              <a:t>Problem</a:t>
            </a:r>
            <a:endParaRPr lang="en-US" sz="2400">
              <a:solidFill>
                <a:srgbClr val="000000"/>
              </a:solidFill>
              <a:latin typeface="Segoe UI Variable Display Semib"/>
              <a:cs typeface="Segoe UI"/>
            </a:endParaRPr>
          </a:p>
          <a:p>
            <a:pPr algn="l"/>
            <a:endParaRPr lang="en-US" sz="2000">
              <a:latin typeface="Segoe UI Variable Display Semi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67025-E239-0568-B5AC-324EDFA83564}"/>
              </a:ext>
            </a:extLst>
          </p:cNvPr>
          <p:cNvSpPr txBox="1"/>
          <p:nvPr/>
        </p:nvSpPr>
        <p:spPr>
          <a:xfrm>
            <a:off x="6143624" y="1898196"/>
            <a:ext cx="352425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Segoe UI Variable Display Semib"/>
              </a:rPr>
              <a:t>The Multi-Agent </a:t>
            </a:r>
            <a:r>
              <a:rPr lang="en-US" sz="2400">
                <a:solidFill>
                  <a:srgbClr val="000000"/>
                </a:solidFill>
                <a:latin typeface="Segoe UI Variable Display Semib"/>
              </a:rPr>
              <a:t>Solution</a:t>
            </a:r>
            <a:endParaRPr lang="en-US" sz="2400">
              <a:solidFill>
                <a:srgbClr val="000000"/>
              </a:solidFill>
              <a:latin typeface="Segoe UI Variable Display Semib"/>
              <a:cs typeface="Segoe UI"/>
            </a:endParaRPr>
          </a:p>
          <a:p>
            <a:pPr algn="l"/>
            <a:endParaRPr lang="en-US" sz="2000">
              <a:latin typeface="Segoe UI Variable Display Semib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10D60-5F43-3D4E-4DED-C01A989DC403}"/>
              </a:ext>
            </a:extLst>
          </p:cNvPr>
          <p:cNvSpPr txBox="1"/>
          <p:nvPr/>
        </p:nvSpPr>
        <p:spPr>
          <a:xfrm>
            <a:off x="6143625" y="2598964"/>
            <a:ext cx="6096000" cy="2046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Specialized agents with focused prompts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Clear routing: orchestrator → specialist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Independent development &amp; deployment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Reduced context per agent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Composable: add new agents without rewrites </a:t>
            </a:r>
            <a:endParaRPr lang="en-US" sz="1800">
              <a:latin typeface="Segoe UI Variable Display Semib"/>
              <a:cs typeface="Segoe UI"/>
            </a:endParaRPr>
          </a:p>
          <a:p>
            <a:pPr algn="l"/>
            <a:endParaRPr lang="en-US" sz="1800">
              <a:latin typeface="Segoe UI Variable Display Semib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9C30B-83F6-EB91-28C7-3B368A07400E}"/>
              </a:ext>
            </a:extLst>
          </p:cNvPr>
          <p:cNvSpPr txBox="1"/>
          <p:nvPr/>
        </p:nvSpPr>
        <p:spPr>
          <a:xfrm>
            <a:off x="653143" y="2598964"/>
            <a:ext cx="6096000" cy="20159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One prompt handles everything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No separation of concerns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Cannot scale domain expertise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Context window overload</a:t>
            </a:r>
            <a:endParaRPr lang="en-US" sz="1800">
              <a:latin typeface="Segoe UI Variable Display Semib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US" sz="1800">
                <a:latin typeface="Segoe UI Variable Display Semib"/>
              </a:rPr>
              <a:t>No clear routing logic</a:t>
            </a:r>
            <a:endParaRPr lang="en-US" sz="1800">
              <a:latin typeface="Segoe UI Variable Display Semib"/>
              <a:cs typeface="Segoe UI"/>
            </a:endParaRPr>
          </a:p>
          <a:p>
            <a:pPr algn="l"/>
            <a:endParaRPr lang="en-US" sz="1600">
              <a:latin typeface="Segoe UI Variable Display Semib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09788-727C-6277-7C51-830117E10C17}"/>
              </a:ext>
            </a:extLst>
          </p:cNvPr>
          <p:cNvSpPr txBox="1"/>
          <p:nvPr/>
        </p:nvSpPr>
        <p:spPr>
          <a:xfrm>
            <a:off x="1972505" y="5541318"/>
            <a:ext cx="824698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2000">
                <a:solidFill>
                  <a:schemeClr val="accent1"/>
                </a:solidFill>
                <a:latin typeface="Segoe UI Variable Display Semib"/>
              </a:rPr>
              <a:t>Key Insight: Design agents around capabilities, not conversational flow.</a:t>
            </a:r>
          </a:p>
          <a:p>
            <a:pPr algn="l"/>
            <a:endParaRPr lang="en-US" sz="1600">
              <a:solidFill>
                <a:schemeClr val="accent1"/>
              </a:solidFill>
              <a:latin typeface="Segoe UI Variable Display Semib"/>
            </a:endParaRPr>
          </a:p>
        </p:txBody>
      </p:sp>
    </p:spTree>
    <p:extLst>
      <p:ext uri="{BB962C8B-B14F-4D97-AF65-F5344CB8AC3E}">
        <p14:creationId xmlns:p14="http://schemas.microsoft.com/office/powerpoint/2010/main" val="25093555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A6D03-4636-BAB6-48EC-AC703ECC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CE0BB1-1052-2150-7B04-32EC4C002889}"/>
              </a:ext>
            </a:extLst>
          </p:cNvPr>
          <p:cNvSpPr/>
          <p:nvPr/>
        </p:nvSpPr>
        <p:spPr bwMode="auto">
          <a:xfrm>
            <a:off x="6484134" y="1438348"/>
            <a:ext cx="4538461" cy="4740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BA74DE-1ABF-E48D-8A74-6485D05AD470}"/>
              </a:ext>
            </a:extLst>
          </p:cNvPr>
          <p:cNvSpPr/>
          <p:nvPr/>
        </p:nvSpPr>
        <p:spPr bwMode="auto">
          <a:xfrm>
            <a:off x="965201" y="1438348"/>
            <a:ext cx="4538461" cy="4740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9BAC3-B7EB-5396-93B1-4D72E4D0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"/>
              </a:rPr>
              <a:t>Agentic Memory: Beyond RAG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14940-AA92-D20D-9AFF-3A11F815C7C2}"/>
              </a:ext>
            </a:extLst>
          </p:cNvPr>
          <p:cNvSpPr txBox="1"/>
          <p:nvPr/>
        </p:nvSpPr>
        <p:spPr>
          <a:xfrm>
            <a:off x="858043" y="1699680"/>
            <a:ext cx="474540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2800">
                <a:solidFill>
                  <a:srgbClr val="00A4EF"/>
                </a:solidFill>
                <a:latin typeface="Segoe UI Variable Display Semib"/>
              </a:rPr>
              <a:t>Traditional RAG</a:t>
            </a:r>
            <a:endParaRPr lang="en-US" sz="2000">
              <a:solidFill>
                <a:srgbClr val="00A4EF"/>
              </a:solidFill>
              <a:cs typeface="Segoe UI"/>
            </a:endParaRPr>
          </a:p>
          <a:p>
            <a:pPr algn="ctr"/>
            <a:endParaRPr lang="en-US" sz="2800">
              <a:latin typeface="Segoe UI Variable Display Semib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E81773-AF54-C6FC-D6AF-76D05BFBBD5B}"/>
              </a:ext>
            </a:extLst>
          </p:cNvPr>
          <p:cNvSpPr txBox="1"/>
          <p:nvPr/>
        </p:nvSpPr>
        <p:spPr>
          <a:xfrm>
            <a:off x="6505227" y="1676873"/>
            <a:ext cx="457200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2800">
                <a:solidFill>
                  <a:srgbClr val="00A4EF"/>
                </a:solidFill>
                <a:latin typeface="Segoe UI Variable Display Semib"/>
              </a:rPr>
              <a:t>Agentic Memory</a:t>
            </a:r>
            <a:endParaRPr lang="en-US" sz="2800">
              <a:solidFill>
                <a:srgbClr val="00A4EF"/>
              </a:solidFill>
              <a:latin typeface="Segoe UI Variable Display Semib"/>
              <a:cs typeface="Segoe UI"/>
            </a:endParaRPr>
          </a:p>
          <a:p>
            <a:pPr algn="ctr"/>
            <a:endParaRPr lang="en-US" sz="2800">
              <a:latin typeface="Segoe UI Variable Display Semi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184F9-600A-209D-BBF4-4403A903063B}"/>
              </a:ext>
            </a:extLst>
          </p:cNvPr>
          <p:cNvSpPr txBox="1"/>
          <p:nvPr/>
        </p:nvSpPr>
        <p:spPr>
          <a:xfrm>
            <a:off x="1966323" y="2485114"/>
            <a:ext cx="399421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Segoe UI Variable Display Semib"/>
              </a:rPr>
              <a:t>Static knowledge base</a:t>
            </a:r>
            <a:endParaRPr lang="en-US" sz="2000">
              <a:latin typeface="Segoe UI Variable Display Semib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</a:endParaRPr>
          </a:p>
          <a:p>
            <a:r>
              <a:rPr lang="en-US" sz="2000">
                <a:latin typeface="Segoe UI Variable Display Semib"/>
              </a:rPr>
              <a:t>Same results for everyone</a:t>
            </a:r>
            <a:endParaRPr lang="en-US" sz="2000">
              <a:latin typeface="Segoe UI Variable Display Semib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</a:endParaRPr>
          </a:p>
          <a:p>
            <a:r>
              <a:rPr lang="en-US" sz="2000">
                <a:latin typeface="Segoe UI Variable Display Semib"/>
              </a:rPr>
              <a:t>Similarity-only retrieval</a:t>
            </a:r>
            <a:endParaRPr lang="en-US" sz="2000">
              <a:latin typeface="Segoe UI Variable Display Semib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</a:endParaRPr>
          </a:p>
          <a:p>
            <a:r>
              <a:rPr lang="en-US" sz="2000">
                <a:latin typeface="Segoe UI Variable Display Semib"/>
              </a:rPr>
              <a:t>Stateless</a:t>
            </a:r>
            <a:endParaRPr lang="en-US" sz="2000">
              <a:latin typeface="Segoe UI Variable Display Semib"/>
              <a:cs typeface="Segoe UI"/>
            </a:endParaRPr>
          </a:p>
          <a:p>
            <a:endParaRPr lang="en-US" sz="2000">
              <a:latin typeface="Segoe UI Variable Display Semib"/>
            </a:endParaRPr>
          </a:p>
          <a:p>
            <a:r>
              <a:rPr lang="en-US" sz="2000">
                <a:latin typeface="Segoe UI Variable Display Semib"/>
              </a:rPr>
              <a:t>No concept of importance </a:t>
            </a:r>
            <a:endParaRPr lang="en-US" sz="2000">
              <a:latin typeface="Segoe UI Variable Display Semib"/>
              <a:cs typeface="Segoe UI"/>
            </a:endParaRPr>
          </a:p>
          <a:p>
            <a:pPr algn="l"/>
            <a:r>
              <a:rPr lang="en-US" sz="2000">
                <a:latin typeface="Segoe UI Variable Display Semib"/>
              </a:rPr>
              <a:t>or recency</a:t>
            </a:r>
            <a:endParaRPr lang="en-US" sz="2000">
              <a:latin typeface="Segoe UI Variable Display Semib"/>
              <a:cs typeface="Segoe UI"/>
            </a:endParaRPr>
          </a:p>
          <a:p>
            <a:endParaRPr lang="en-US" sz="2000">
              <a:latin typeface="Segoe UI Variable Display Semib"/>
            </a:endParaRPr>
          </a:p>
          <a:p>
            <a:endParaRPr lang="en-US" sz="2000">
              <a:latin typeface="Segoe UI Variable Display Semib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8A43C-942E-6E4E-55B9-DA24981A9094}"/>
              </a:ext>
            </a:extLst>
          </p:cNvPr>
          <p:cNvSpPr txBox="1"/>
          <p:nvPr/>
        </p:nvSpPr>
        <p:spPr>
          <a:xfrm>
            <a:off x="7576045" y="2399372"/>
            <a:ext cx="4184155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Segoe UI Variable Display Semib"/>
              </a:rPr>
              <a:t>Living</a:t>
            </a:r>
            <a:r>
              <a:rPr lang="en-US" sz="2000">
                <a:latin typeface="Segoe UI Variable Display Semib"/>
                <a:cs typeface="Segoe UI"/>
              </a:rPr>
              <a:t> memory</a:t>
            </a:r>
            <a:endParaRPr lang="en-US" sz="2000">
              <a:cs typeface="Segoe UI"/>
            </a:endParaRPr>
          </a:p>
          <a:p>
            <a:pPr marL="285750" indent="-285750" algn="l">
              <a:buFont typeface="Arial"/>
              <a:buChar char="•"/>
            </a:pPr>
            <a:endParaRPr lang="en-US" sz="2000">
              <a:latin typeface="Segoe UI Variable Display Semib"/>
            </a:endParaRPr>
          </a:p>
          <a:p>
            <a:r>
              <a:rPr lang="en-US" sz="2000">
                <a:latin typeface="Segoe UI Variable Display Semib"/>
                <a:cs typeface="Segoe UI"/>
              </a:rPr>
              <a:t>Personalized per users</a:t>
            </a:r>
            <a:endParaRPr lang="en-US" sz="2000"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  <a:cs typeface="Segoe UI"/>
            </a:endParaRPr>
          </a:p>
          <a:p>
            <a:r>
              <a:rPr lang="en-US" sz="2000">
                <a:latin typeface="Segoe UI Variable Display Semib"/>
                <a:cs typeface="Segoe UI"/>
              </a:rPr>
              <a:t>Salience + confidence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  <a:cs typeface="Segoe UI"/>
            </a:endParaRPr>
          </a:p>
          <a:p>
            <a:r>
              <a:rPr lang="en-US" sz="2000">
                <a:latin typeface="Segoe UI Variable Display Semib"/>
                <a:cs typeface="Segoe UI"/>
              </a:rPr>
              <a:t>Learns over time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  <a:cs typeface="Segoe UI"/>
            </a:endParaRPr>
          </a:p>
          <a:p>
            <a:r>
              <a:rPr lang="en-US" sz="2000">
                <a:latin typeface="Segoe UI Variable Display Semib"/>
                <a:cs typeface="Segoe UI"/>
              </a:rPr>
              <a:t>Cross-session persistence &amp; continuity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latin typeface="Segoe UI Variable Display Semib"/>
              <a:cs typeface="Segoe UI"/>
            </a:endParaRPr>
          </a:p>
          <a:p>
            <a:endParaRPr lang="en-US" sz="2000">
              <a:cs typeface="Segoe UI"/>
            </a:endParaRPr>
          </a:p>
        </p:txBody>
      </p:sp>
      <p:pic>
        <p:nvPicPr>
          <p:cNvPr id="3" name="Graphic 2" descr="Arrow Right with solid fill">
            <a:extLst>
              <a:ext uri="{FF2B5EF4-FFF2-40B4-BE49-F238E27FC236}">
                <a16:creationId xmlns:a16="http://schemas.microsoft.com/office/drawing/2014/main" id="{F22192CB-85E3-5570-08D7-C0E7495D3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2567" y="1715630"/>
            <a:ext cx="578604" cy="533403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3716A5B0-4786-3CB7-4CE5-1C35D388BF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9405" y="2389772"/>
            <a:ext cx="520485" cy="520485"/>
          </a:xfrm>
          <a:prstGeom prst="rect">
            <a:avLst/>
          </a:prstGeom>
        </p:spPr>
      </p:pic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033F080-2068-E9A1-4B3F-733AE974D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2005" y="2951747"/>
            <a:ext cx="475283" cy="55923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F22C4A3B-7383-5D84-8DBB-1DA6EF908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6019" y="2953200"/>
            <a:ext cx="475282" cy="449451"/>
          </a:xfrm>
          <a:prstGeom prst="rect">
            <a:avLst/>
          </a:prstGeom>
        </p:spPr>
      </p:pic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50840030-6142-6594-D5BC-9E55DEA13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2523" y="4804924"/>
            <a:ext cx="397790" cy="397790"/>
          </a:xfrm>
          <a:prstGeom prst="rect">
            <a:avLst/>
          </a:prstGeom>
        </p:spPr>
      </p:pic>
      <p:pic>
        <p:nvPicPr>
          <p:cNvPr id="15" name="Graphic 14" descr="Upward trend with solid fill">
            <a:extLst>
              <a:ext uri="{FF2B5EF4-FFF2-40B4-BE49-F238E27FC236}">
                <a16:creationId xmlns:a16="http://schemas.microsoft.com/office/drawing/2014/main" id="{273F49F6-CAE4-AE01-E50A-49D08A206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2296" y="4172885"/>
            <a:ext cx="539858" cy="494654"/>
          </a:xfrm>
          <a:prstGeom prst="rect">
            <a:avLst/>
          </a:prstGeom>
        </p:spPr>
      </p:pic>
      <p:pic>
        <p:nvPicPr>
          <p:cNvPr id="16" name="Graphic 15" descr="Scales of justice with solid fill">
            <a:extLst>
              <a:ext uri="{FF2B5EF4-FFF2-40B4-BE49-F238E27FC236}">
                <a16:creationId xmlns:a16="http://schemas.microsoft.com/office/drawing/2014/main" id="{1A5C123B-EB15-D635-739F-BBD82D5B3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8933" y="3566675"/>
            <a:ext cx="449453" cy="455908"/>
          </a:xfrm>
          <a:prstGeom prst="rect">
            <a:avLst/>
          </a:prstGeom>
        </p:spPr>
      </p:pic>
      <p:pic>
        <p:nvPicPr>
          <p:cNvPr id="18" name="Graphic 17" descr="Repeat with solid fill">
            <a:extLst>
              <a:ext uri="{FF2B5EF4-FFF2-40B4-BE49-F238E27FC236}">
                <a16:creationId xmlns:a16="http://schemas.microsoft.com/office/drawing/2014/main" id="{706B18EA-B1ED-869B-07DD-0CC1F8527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016" y="4175769"/>
            <a:ext cx="514027" cy="526942"/>
          </a:xfrm>
          <a:prstGeom prst="rect">
            <a:avLst/>
          </a:prstGeom>
        </p:spPr>
      </p:pic>
      <p:pic>
        <p:nvPicPr>
          <p:cNvPr id="19" name="Graphic 18" descr="Trigonometry with solid fill">
            <a:extLst>
              <a:ext uri="{FF2B5EF4-FFF2-40B4-BE49-F238E27FC236}">
                <a16:creationId xmlns:a16="http://schemas.microsoft.com/office/drawing/2014/main" id="{9A46CF28-BFCD-0C13-82EE-44C7EFACE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5103" y="3510977"/>
            <a:ext cx="501113" cy="501113"/>
          </a:xfrm>
          <a:prstGeom prst="rect">
            <a:avLst/>
          </a:prstGeom>
        </p:spPr>
      </p:pic>
      <p:pic>
        <p:nvPicPr>
          <p:cNvPr id="20" name="Graphic 19" descr="Stopwatch 25% with solid fill">
            <a:extLst>
              <a:ext uri="{FF2B5EF4-FFF2-40B4-BE49-F238E27FC236}">
                <a16:creationId xmlns:a16="http://schemas.microsoft.com/office/drawing/2014/main" id="{42A172BF-9059-78A5-6B58-55B25E806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4500" y="4865891"/>
            <a:ext cx="585061" cy="501113"/>
          </a:xfrm>
          <a:prstGeom prst="rect">
            <a:avLst/>
          </a:prstGeom>
        </p:spPr>
      </p:pic>
      <p:pic>
        <p:nvPicPr>
          <p:cNvPr id="21" name="Graphic 20" descr="Left Brain with solid fill">
            <a:extLst>
              <a:ext uri="{FF2B5EF4-FFF2-40B4-BE49-F238E27FC236}">
                <a16:creationId xmlns:a16="http://schemas.microsoft.com/office/drawing/2014/main" id="{CF32BA36-BABE-A527-52E6-E7FE38D1F8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5033" y="2351026"/>
            <a:ext cx="526943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480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09B3-B7E3-F818-C392-07447C61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1675-6FE2-4C89-8D1E-1699D5FF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"/>
              </a:rPr>
              <a:t>Travel Agent App – System Architecture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E365CE-D41A-D020-1099-0525B2CC1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43220" y="1580589"/>
            <a:ext cx="3090513" cy="1975457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EF333B-4096-CC77-18D0-01B50147B617}"/>
              </a:ext>
            </a:extLst>
          </p:cNvPr>
          <p:cNvSpPr txBox="1"/>
          <p:nvPr/>
        </p:nvSpPr>
        <p:spPr>
          <a:xfrm>
            <a:off x="1081276" y="1406753"/>
            <a:ext cx="2414399" cy="336328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Orchestrator Agent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46" name="Title 6">
            <a:extLst>
              <a:ext uri="{FF2B5EF4-FFF2-40B4-BE49-F238E27FC236}">
                <a16:creationId xmlns:a16="http://schemas.microsoft.com/office/drawing/2014/main" id="{98443B10-16DE-29D7-B679-EFA76C3D6C74}"/>
              </a:ext>
            </a:extLst>
          </p:cNvPr>
          <p:cNvSpPr txBox="1">
            <a:spLocks/>
          </p:cNvSpPr>
          <p:nvPr/>
        </p:nvSpPr>
        <p:spPr>
          <a:xfrm>
            <a:off x="968459" y="1954474"/>
            <a:ext cx="2783268" cy="1538883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latin typeface="Segoe UI Semibold"/>
                <a:cs typeface="Segoe UI"/>
              </a:rPr>
              <a:t>Routes user requests</a:t>
            </a:r>
            <a:endParaRPr lang="en-US" sz="1400" b="1"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Coordinates specialist handoffs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Manages conversation flows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242FDF6-63B0-AA35-4B69-DC292CCF6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298466" y="1596919"/>
            <a:ext cx="3349048" cy="1955840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743EEBE-B660-342E-2D19-D35C60DCA10F}"/>
              </a:ext>
            </a:extLst>
          </p:cNvPr>
          <p:cNvSpPr txBox="1"/>
          <p:nvPr/>
        </p:nvSpPr>
        <p:spPr>
          <a:xfrm>
            <a:off x="4653532" y="1406713"/>
            <a:ext cx="2598095" cy="329524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Specialized  Agents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80" name="Title 6">
            <a:extLst>
              <a:ext uri="{FF2B5EF4-FFF2-40B4-BE49-F238E27FC236}">
                <a16:creationId xmlns:a16="http://schemas.microsoft.com/office/drawing/2014/main" id="{40C7E911-EF34-EB7C-D8C6-185437F39071}"/>
              </a:ext>
            </a:extLst>
          </p:cNvPr>
          <p:cNvSpPr txBox="1">
            <a:spLocks/>
          </p:cNvSpPr>
          <p:nvPr/>
        </p:nvSpPr>
        <p:spPr>
          <a:xfrm>
            <a:off x="4380831" y="1875554"/>
            <a:ext cx="3266684" cy="195584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latin typeface="Segoe UI Semibold"/>
                <a:cs typeface="Segoe UI"/>
              </a:rPr>
              <a:t>Hotel Agent -&gt; accommodations</a:t>
            </a:r>
            <a:endParaRPr lang="en-US" sz="1400" b="1"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Dining Agent -&gt; restaurants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Activity Agent -&gt; attractions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Each is a </a:t>
            </a:r>
            <a:r>
              <a:rPr lang="en-US" sz="1400" b="1" spc="0" err="1">
                <a:ln>
                  <a:noFill/>
                </a:ln>
                <a:solidFill>
                  <a:schemeClr val="tx1"/>
                </a:solidFill>
                <a:cs typeface="Segoe UI"/>
              </a:rPr>
              <a:t>ReAct</a:t>
            </a: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 agent with Domain specific prompts and tools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7BF7F8-8C72-A0A9-AAD1-AC09782F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80324" y="4240514"/>
            <a:ext cx="4478441" cy="1975457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B09A2C-5572-FDA8-1626-0239916B84CE}"/>
              </a:ext>
            </a:extLst>
          </p:cNvPr>
          <p:cNvSpPr txBox="1"/>
          <p:nvPr/>
        </p:nvSpPr>
        <p:spPr>
          <a:xfrm>
            <a:off x="1552399" y="4070919"/>
            <a:ext cx="3700274" cy="336328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Azure Cosmos DB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92" name="Title 6">
            <a:extLst>
              <a:ext uri="{FF2B5EF4-FFF2-40B4-BE49-F238E27FC236}">
                <a16:creationId xmlns:a16="http://schemas.microsoft.com/office/drawing/2014/main" id="{64C9856F-82EA-9F92-13C7-E0DA54884E62}"/>
              </a:ext>
            </a:extLst>
          </p:cNvPr>
          <p:cNvSpPr txBox="1">
            <a:spLocks/>
          </p:cNvSpPr>
          <p:nvPr/>
        </p:nvSpPr>
        <p:spPr>
          <a:xfrm>
            <a:off x="1555241" y="4519149"/>
            <a:ext cx="2905374" cy="1908215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latin typeface="Segoe UI Semibold"/>
                <a:cs typeface="Segoe UI"/>
              </a:rPr>
              <a:t>Sessions, Messages</a:t>
            </a:r>
            <a:endParaRPr lang="en-US" sz="1400" b="1"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Places, Trips, Users containers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Hybrid Search: vector + full text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Hierarchical partition keys for multi-tenancy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1858AB-6B94-B6AA-D5F0-7EBE8679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533236" y="4233711"/>
            <a:ext cx="4185888" cy="1982260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7A0EFD5-CA89-C8E2-12E1-B2AA51D099BD}"/>
              </a:ext>
            </a:extLst>
          </p:cNvPr>
          <p:cNvSpPr txBox="1"/>
          <p:nvPr/>
        </p:nvSpPr>
        <p:spPr>
          <a:xfrm>
            <a:off x="6898508" y="4064116"/>
            <a:ext cx="3455346" cy="343131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Azure Open AI + MCP Server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98" name="Title 6">
            <a:extLst>
              <a:ext uri="{FF2B5EF4-FFF2-40B4-BE49-F238E27FC236}">
                <a16:creationId xmlns:a16="http://schemas.microsoft.com/office/drawing/2014/main" id="{C5F97089-ECF5-2A17-647D-4B16B0F20CD7}"/>
              </a:ext>
            </a:extLst>
          </p:cNvPr>
          <p:cNvSpPr txBox="1">
            <a:spLocks/>
          </p:cNvSpPr>
          <p:nvPr/>
        </p:nvSpPr>
        <p:spPr>
          <a:xfrm>
            <a:off x="6738064" y="4512346"/>
            <a:ext cx="3919105" cy="1692771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latin typeface="Segoe UI Semibold"/>
                <a:cs typeface="Segoe UI"/>
              </a:rPr>
              <a:t>GPT-4.1 for agent reasoning</a:t>
            </a:r>
            <a:endParaRPr lang="en-US" sz="1400" b="1"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Text-embedding for vectors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MCP protocol for tool integration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JSON-RPC standardized communication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  <a:p>
            <a:pPr marL="285750" indent="-285750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11D7310-6FD8-6BE4-0693-90367FCA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8112247" y="1594607"/>
            <a:ext cx="3349048" cy="1955840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D2AA7EA-3905-8018-D5F0-1CD7488B6FD8}"/>
              </a:ext>
            </a:extLst>
          </p:cNvPr>
          <p:cNvSpPr txBox="1"/>
          <p:nvPr/>
        </p:nvSpPr>
        <p:spPr>
          <a:xfrm>
            <a:off x="8484322" y="1406713"/>
            <a:ext cx="2598095" cy="329524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Agent Memory Toolkit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104" name="Title 6">
            <a:extLst>
              <a:ext uri="{FF2B5EF4-FFF2-40B4-BE49-F238E27FC236}">
                <a16:creationId xmlns:a16="http://schemas.microsoft.com/office/drawing/2014/main" id="{1AC58EE6-7C21-A062-4AAE-EC7FC7BC5A8E}"/>
              </a:ext>
            </a:extLst>
          </p:cNvPr>
          <p:cNvSpPr txBox="1">
            <a:spLocks/>
          </p:cNvSpPr>
          <p:nvPr/>
        </p:nvSpPr>
        <p:spPr>
          <a:xfrm>
            <a:off x="8215023" y="1859635"/>
            <a:ext cx="3133602" cy="1015663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latin typeface="Segoe UI Semibold"/>
                <a:cs typeface="Segoe UI"/>
              </a:rPr>
              <a:t>Auto trigger on every Nth turn</a:t>
            </a:r>
          </a:p>
          <a:p>
            <a:pPr marL="285750" indent="-285750" algn="l" defTabSz="914437">
              <a:spcBef>
                <a:spcPts val="1205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b="1" spc="0">
                <a:ln>
                  <a:noFill/>
                </a:ln>
                <a:solidFill>
                  <a:schemeClr val="tx1"/>
                </a:solidFill>
                <a:cs typeface="Segoe UI"/>
              </a:rPr>
              <a:t>Owns its own memories container in the same Azure Cosmos DB account</a:t>
            </a:r>
            <a:endParaRPr lang="en-US" sz="1400" b="1" spc="0">
              <a:ln>
                <a:noFill/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755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6" grpId="1" animBg="1"/>
      <p:bldP spid="46" grpId="0"/>
      <p:bldP spid="46" grpId="1"/>
      <p:bldP spid="76" grpId="0" animBg="1"/>
      <p:bldP spid="76" grpId="1" animBg="1"/>
      <p:bldP spid="78" grpId="0" animBg="1"/>
      <p:bldP spid="78" grpId="1" animBg="1"/>
      <p:bldP spid="80" grpId="0"/>
      <p:bldP spid="80" grpId="1"/>
      <p:bldP spid="88" grpId="0" animBg="1"/>
      <p:bldP spid="88" grpId="1" animBg="1"/>
      <p:bldP spid="90" grpId="0" animBg="1"/>
      <p:bldP spid="90" grpId="1" animBg="1"/>
      <p:bldP spid="92" grpId="0"/>
      <p:bldP spid="92" grpId="1"/>
      <p:bldP spid="94" grpId="0" animBg="1"/>
      <p:bldP spid="94" grpId="1" animBg="1"/>
      <p:bldP spid="96" grpId="0" animBg="1"/>
      <p:bldP spid="96" grpId="1" animBg="1"/>
      <p:bldP spid="98" grpId="0"/>
      <p:bldP spid="98" grpId="1"/>
      <p:bldP spid="100" grpId="0" animBg="1"/>
      <p:bldP spid="100" grpId="1" animBg="1"/>
      <p:bldP spid="102" grpId="0" animBg="1"/>
      <p:bldP spid="102" grpId="1" animBg="1"/>
      <p:bldP spid="104" grpId="0"/>
      <p:bldP spid="104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635C-CB88-6660-0D40-C02EEB4A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6C815D8-D6EF-3022-03D4-68C6DDF6E3CB}"/>
              </a:ext>
            </a:extLst>
          </p:cNvPr>
          <p:cNvSpPr/>
          <p:nvPr/>
        </p:nvSpPr>
        <p:spPr bwMode="auto">
          <a:xfrm>
            <a:off x="1098037" y="4417820"/>
            <a:ext cx="9995926" cy="18127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AE25F-DE3E-92F7-D378-C9BCB813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Semibold"/>
                <a:cs typeface="Segoe UI"/>
              </a:rPr>
              <a:t>State &amp; Memory</a:t>
            </a:r>
            <a:endParaRPr lang="en-US"/>
          </a:p>
        </p:txBody>
      </p:sp>
      <p:sp>
        <p:nvSpPr>
          <p:cNvPr id="78" name="Title 6">
            <a:extLst>
              <a:ext uri="{FF2B5EF4-FFF2-40B4-BE49-F238E27FC236}">
                <a16:creationId xmlns:a16="http://schemas.microsoft.com/office/drawing/2014/main" id="{87FB78CA-9C23-6575-AAA2-C81658978985}"/>
              </a:ext>
            </a:extLst>
          </p:cNvPr>
          <p:cNvSpPr txBox="1">
            <a:spLocks/>
          </p:cNvSpPr>
          <p:nvPr/>
        </p:nvSpPr>
        <p:spPr>
          <a:xfrm>
            <a:off x="1436702" y="3390701"/>
            <a:ext cx="2254999" cy="43088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Restorable snapshot of your agentic application</a:t>
            </a: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</a:endParaRPr>
          </a:p>
        </p:txBody>
      </p:sp>
      <p:sp>
        <p:nvSpPr>
          <p:cNvPr id="84" name="Title 6">
            <a:extLst>
              <a:ext uri="{FF2B5EF4-FFF2-40B4-BE49-F238E27FC236}">
                <a16:creationId xmlns:a16="http://schemas.microsoft.com/office/drawing/2014/main" id="{C458BAD6-847F-288B-8F68-A9CA3EE7D958}"/>
              </a:ext>
            </a:extLst>
          </p:cNvPr>
          <p:cNvSpPr txBox="1">
            <a:spLocks/>
          </p:cNvSpPr>
          <p:nvPr/>
        </p:nvSpPr>
        <p:spPr>
          <a:xfrm>
            <a:off x="5063307" y="3412104"/>
            <a:ext cx="2041897" cy="43088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Context within a session</a:t>
            </a:r>
            <a:endParaRPr lang="en-US">
              <a:solidFill>
                <a:schemeClr val="tx1"/>
              </a:solidFill>
            </a:endParaRPr>
          </a:p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  <a:cs typeface="Segoe UI"/>
            </a:endParaRPr>
          </a:p>
        </p:txBody>
      </p:sp>
      <p:sp>
        <p:nvSpPr>
          <p:cNvPr id="92" name="Title 6">
            <a:extLst>
              <a:ext uri="{FF2B5EF4-FFF2-40B4-BE49-F238E27FC236}">
                <a16:creationId xmlns:a16="http://schemas.microsoft.com/office/drawing/2014/main" id="{AB5F3BDC-B392-489B-C996-12B67227E27D}"/>
              </a:ext>
            </a:extLst>
          </p:cNvPr>
          <p:cNvSpPr txBox="1">
            <a:spLocks/>
          </p:cNvSpPr>
          <p:nvPr/>
        </p:nvSpPr>
        <p:spPr>
          <a:xfrm>
            <a:off x="8742790" y="3405439"/>
            <a:ext cx="3449659" cy="43088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Persists across sessions</a:t>
            </a: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</a:endParaRPr>
          </a:p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E77B1-C411-2A14-407D-7F4564CF2A54}"/>
              </a:ext>
            </a:extLst>
          </p:cNvPr>
          <p:cNvSpPr txBox="1"/>
          <p:nvPr/>
        </p:nvSpPr>
        <p:spPr>
          <a:xfrm>
            <a:off x="5365063" y="4616867"/>
            <a:ext cx="14026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Segoe UI Variable Display Semib"/>
              </a:rPr>
              <a:t>Lifetime</a:t>
            </a:r>
            <a:endParaRPr lang="en-US" sz="175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1FE3-152F-9FD9-B691-9878A363BB57}"/>
              </a:ext>
            </a:extLst>
          </p:cNvPr>
          <p:cNvSpPr txBox="1"/>
          <p:nvPr/>
        </p:nvSpPr>
        <p:spPr>
          <a:xfrm>
            <a:off x="5382953" y="5324193"/>
            <a:ext cx="14026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Segoe UI Variable Display Semib"/>
              </a:rPr>
              <a:t>session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FB8F5-E86F-7908-5380-6C5FA1DD20CC}"/>
              </a:ext>
            </a:extLst>
          </p:cNvPr>
          <p:cNvSpPr txBox="1"/>
          <p:nvPr/>
        </p:nvSpPr>
        <p:spPr>
          <a:xfrm>
            <a:off x="1685396" y="5348977"/>
            <a:ext cx="151619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Segoe UI Variable Display Semib"/>
              </a:rPr>
              <a:t>milliseconds</a:t>
            </a:r>
            <a:endParaRPr lang="en-US" sz="1750"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981B05-37E5-601F-5FFD-115598A66EF5}"/>
              </a:ext>
            </a:extLst>
          </p:cNvPr>
          <p:cNvSpPr txBox="1"/>
          <p:nvPr/>
        </p:nvSpPr>
        <p:spPr>
          <a:xfrm>
            <a:off x="9033056" y="5345584"/>
            <a:ext cx="14026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Segoe UI Variable Display Semib"/>
              </a:rPr>
              <a:t>forever</a:t>
            </a:r>
            <a:endParaRPr lang="en-US" sz="175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FE7EF-5D6C-F64A-3F71-4113775633B3}"/>
              </a:ext>
            </a:extLst>
          </p:cNvPr>
          <p:cNvSpPr txBox="1"/>
          <p:nvPr/>
        </p:nvSpPr>
        <p:spPr>
          <a:xfrm>
            <a:off x="4804825" y="3103409"/>
            <a:ext cx="25823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Segoe UI Variable Display Semib"/>
              </a:rPr>
              <a:t>Short term memory</a:t>
            </a:r>
            <a:endParaRPr lang="en-US" sz="1750">
              <a:cs typeface="Segoe UI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F3AFFD6-E23F-44E3-81BC-20B7A3383CC6}"/>
              </a:ext>
            </a:extLst>
          </p:cNvPr>
          <p:cNvSpPr txBox="1"/>
          <p:nvPr/>
        </p:nvSpPr>
        <p:spPr>
          <a:xfrm>
            <a:off x="1790065" y="3099822"/>
            <a:ext cx="1402603" cy="307777"/>
          </a:xfrm>
          <a:prstGeom prst="rect">
            <a:avLst/>
          </a:prstGeom>
          <a:noFill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latin typeface="Segoe UI Variable Display Semib"/>
              </a:rPr>
              <a:t>State</a:t>
            </a:r>
            <a:endParaRPr lang="en-US"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75FE4-4417-90B1-A8FF-8062CDD9DC5A}"/>
              </a:ext>
            </a:extLst>
          </p:cNvPr>
          <p:cNvSpPr txBox="1"/>
          <p:nvPr/>
        </p:nvSpPr>
        <p:spPr>
          <a:xfrm>
            <a:off x="8500298" y="3096549"/>
            <a:ext cx="230021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Segoe UI Variable Display Semib"/>
              </a:rPr>
              <a:t>Long term memory</a:t>
            </a:r>
            <a:endParaRPr lang="en-US" sz="1750">
              <a:cs typeface="Segoe U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1BDD47F-4896-736C-36BF-E2DFAD021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505798" y="1998997"/>
            <a:ext cx="1106878" cy="1074590"/>
          </a:xfrm>
          <a:prstGeom prst="ellipse">
            <a:avLst/>
          </a:prstGeom>
          <a:solidFill>
            <a:srgbClr val="AC35AF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58510E-6646-228C-0044-DD86E699A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17460" y="1992934"/>
            <a:ext cx="1087506" cy="1048760"/>
          </a:xfrm>
          <a:prstGeom prst="ellipse">
            <a:avLst/>
          </a:prstGeom>
          <a:solidFill>
            <a:srgbClr val="F65567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23EC65-B722-61B4-C738-81972016C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932390" y="1985343"/>
            <a:ext cx="1106878" cy="1074590"/>
          </a:xfrm>
          <a:prstGeom prst="ellipse">
            <a:avLst/>
          </a:prstGeom>
          <a:solidFill>
            <a:srgbClr val="318581"/>
          </a:soli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1005840" rtlCol="0" anchor="b" anchorCtr="0"/>
          <a:lstStyle/>
          <a:p>
            <a:pPr algn="ctr" defTabSz="932753">
              <a:spcBef>
                <a:spcPct val="0"/>
              </a:spcBef>
              <a:defRPr/>
            </a:pPr>
            <a:endParaRPr lang="en-US" sz="4000" b="1">
              <a:ln w="3175">
                <a:noFill/>
              </a:ln>
              <a:gradFill>
                <a:gsLst>
                  <a:gs pos="27523">
                    <a:srgbClr val="000000"/>
                  </a:gs>
                  <a:gs pos="49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pic>
        <p:nvPicPr>
          <p:cNvPr id="18" name="Graphic 17" descr="Disk with solid fill">
            <a:extLst>
              <a:ext uri="{FF2B5EF4-FFF2-40B4-BE49-F238E27FC236}">
                <a16:creationId xmlns:a16="http://schemas.microsoft.com/office/drawing/2014/main" id="{AD0FBE98-A186-3E2F-ACCD-152B9AC1F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3483" y="2159000"/>
            <a:ext cx="754210" cy="754210"/>
          </a:xfrm>
          <a:prstGeom prst="rect">
            <a:avLst/>
          </a:prstGeom>
        </p:spPr>
      </p:pic>
      <p:pic>
        <p:nvPicPr>
          <p:cNvPr id="17" name="Graphic 16" descr="Chat with solid fill">
            <a:extLst>
              <a:ext uri="{FF2B5EF4-FFF2-40B4-BE49-F238E27FC236}">
                <a16:creationId xmlns:a16="http://schemas.microsoft.com/office/drawing/2014/main" id="{930BD787-C425-A297-E702-C556AB471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531" y="2159000"/>
            <a:ext cx="811611" cy="811611"/>
          </a:xfrm>
          <a:prstGeom prst="rect">
            <a:avLst/>
          </a:prstGeom>
        </p:spPr>
      </p:pic>
      <p:pic>
        <p:nvPicPr>
          <p:cNvPr id="16" name="Graphic 15" descr="Right And Left Brain with solid fill">
            <a:extLst>
              <a:ext uri="{FF2B5EF4-FFF2-40B4-BE49-F238E27FC236}">
                <a16:creationId xmlns:a16="http://schemas.microsoft.com/office/drawing/2014/main" id="{A7ED4361-8E15-9D3F-D378-3BE24628F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16463" y="2104548"/>
            <a:ext cx="848477" cy="84847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CBCB0F-7AEF-505E-7718-43598791700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201593" y="5499472"/>
            <a:ext cx="2423643" cy="3394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542D9D-7698-693F-A925-864D78BC4941}"/>
              </a:ext>
            </a:extLst>
          </p:cNvPr>
          <p:cNvCxnSpPr>
            <a:cxnSpLocks/>
          </p:cNvCxnSpPr>
          <p:nvPr/>
        </p:nvCxnSpPr>
        <p:spPr>
          <a:xfrm flipV="1">
            <a:off x="6568360" y="5502865"/>
            <a:ext cx="2688169" cy="53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9787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8" grpId="1"/>
      <p:bldP spid="84" grpId="0"/>
      <p:bldP spid="84" grpId="1"/>
      <p:bldP spid="92" grpId="0"/>
      <p:bldP spid="9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AF69-0808-9840-42B7-95FC1E4B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9642-DC71-7908-1B21-DFAA1A9E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Semibold"/>
                <a:cs typeface="Segoe UI"/>
              </a:rPr>
              <a:t>Types of Memory</a:t>
            </a:r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B49292-D5BE-62E3-D51C-84E362AAF649}"/>
              </a:ext>
            </a:extLst>
          </p:cNvPr>
          <p:cNvSpPr txBox="1"/>
          <p:nvPr/>
        </p:nvSpPr>
        <p:spPr>
          <a:xfrm>
            <a:off x="585107" y="1340304"/>
            <a:ext cx="1073603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Segoe UI Variable Display Semib"/>
              </a:rPr>
              <a:t>Inspired by cognitive psychology, our memory system uses four distinct types:</a:t>
            </a:r>
          </a:p>
          <a:p>
            <a:pPr algn="l"/>
            <a:endParaRPr lang="en-US" sz="1800">
              <a:latin typeface="Segoe UI Variable Display Semib"/>
              <a:cs typeface="Segoe UI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8A6D80-7A37-6713-EB19-47AD6F27F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99515" y="2223408"/>
            <a:ext cx="2644429" cy="2630487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78" name="Title 6">
            <a:extLst>
              <a:ext uri="{FF2B5EF4-FFF2-40B4-BE49-F238E27FC236}">
                <a16:creationId xmlns:a16="http://schemas.microsoft.com/office/drawing/2014/main" id="{EA2137B5-86F2-E4E1-43AB-E84BE715AE27}"/>
              </a:ext>
            </a:extLst>
          </p:cNvPr>
          <p:cNvSpPr txBox="1">
            <a:spLocks/>
          </p:cNvSpPr>
          <p:nvPr/>
        </p:nvSpPr>
        <p:spPr>
          <a:xfrm>
            <a:off x="812622" y="3140286"/>
            <a:ext cx="2218213" cy="861774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Long-lived, factual statements about the user</a:t>
            </a: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</a:endParaRPr>
          </a:p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"User is vegetarian"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A50D2C7-F31A-30EF-D54C-CF23A929D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3386097" y="2223408"/>
            <a:ext cx="2547980" cy="2619601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84" name="Title 6">
            <a:extLst>
              <a:ext uri="{FF2B5EF4-FFF2-40B4-BE49-F238E27FC236}">
                <a16:creationId xmlns:a16="http://schemas.microsoft.com/office/drawing/2014/main" id="{BE19404F-2254-996B-DF63-D7409FF7C55E}"/>
              </a:ext>
            </a:extLst>
          </p:cNvPr>
          <p:cNvSpPr txBox="1">
            <a:spLocks/>
          </p:cNvSpPr>
          <p:nvPr/>
        </p:nvSpPr>
        <p:spPr>
          <a:xfrm>
            <a:off x="3689925" y="3173030"/>
            <a:ext cx="1952873" cy="646331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Behavioral patterns inferred over time</a:t>
            </a:r>
          </a:p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"Books late dinner"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3F7781-D39B-555C-48E9-A4F7DE34F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076230" y="2223409"/>
            <a:ext cx="2541173" cy="2601910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92" name="Title 6">
            <a:extLst>
              <a:ext uri="{FF2B5EF4-FFF2-40B4-BE49-F238E27FC236}">
                <a16:creationId xmlns:a16="http://schemas.microsoft.com/office/drawing/2014/main" id="{5F6C938A-9EEF-311A-BACE-566B8C124A81}"/>
              </a:ext>
            </a:extLst>
          </p:cNvPr>
          <p:cNvSpPr txBox="1">
            <a:spLocks/>
          </p:cNvSpPr>
          <p:nvPr/>
        </p:nvSpPr>
        <p:spPr>
          <a:xfrm>
            <a:off x="6353370" y="3144349"/>
            <a:ext cx="1986892" cy="1077218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Trip specific experiences tied to time and place</a:t>
            </a:r>
          </a:p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"Prefers luxury hotels in Paris"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FD24-A6F0-740A-7EA0-A4D848AB1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8759556" y="2223409"/>
            <a:ext cx="2561586" cy="2570614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728BC705-E41B-7237-0161-0EBE6EDB518F}"/>
              </a:ext>
            </a:extLst>
          </p:cNvPr>
          <p:cNvSpPr txBox="1">
            <a:spLocks/>
          </p:cNvSpPr>
          <p:nvPr/>
        </p:nvSpPr>
        <p:spPr>
          <a:xfrm>
            <a:off x="9197457" y="3282252"/>
            <a:ext cx="1986892" cy="1077218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Rolling summary for the user </a:t>
            </a:r>
          </a:p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”Frequent travel who is vegetarian and likes late dinner"</a:t>
            </a:r>
          </a:p>
        </p:txBody>
      </p:sp>
      <p:pic>
        <p:nvPicPr>
          <p:cNvPr id="8" name="Graphic 7" descr="Open book with solid fill">
            <a:extLst>
              <a:ext uri="{FF2B5EF4-FFF2-40B4-BE49-F238E27FC236}">
                <a16:creationId xmlns:a16="http://schemas.microsoft.com/office/drawing/2014/main" id="{37B42B77-45E0-E603-70DE-6310F27EE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39" y="2412230"/>
            <a:ext cx="461455" cy="461455"/>
          </a:xfrm>
          <a:prstGeom prst="rect">
            <a:avLst/>
          </a:prstGeom>
        </p:spPr>
      </p:pic>
      <p:pic>
        <p:nvPicPr>
          <p:cNvPr id="11" name="Graphic 10" descr="Single gear with solid fill">
            <a:extLst>
              <a:ext uri="{FF2B5EF4-FFF2-40B4-BE49-F238E27FC236}">
                <a16:creationId xmlns:a16="http://schemas.microsoft.com/office/drawing/2014/main" id="{62E8D914-A3F1-A4B5-4B79-22DA1B93A6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4192" y="2417841"/>
            <a:ext cx="411466" cy="411466"/>
          </a:xfrm>
          <a:prstGeom prst="rect">
            <a:avLst/>
          </a:prstGeom>
        </p:spPr>
      </p:pic>
      <p:pic>
        <p:nvPicPr>
          <p:cNvPr id="13" name="Graphic 12" descr="Marker with solid fill">
            <a:extLst>
              <a:ext uri="{FF2B5EF4-FFF2-40B4-BE49-F238E27FC236}">
                <a16:creationId xmlns:a16="http://schemas.microsoft.com/office/drawing/2014/main" id="{DD43D7D6-7A68-B64C-9A9E-C083CEC8B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8419" y="2412230"/>
            <a:ext cx="457200" cy="457200"/>
          </a:xfrm>
          <a:prstGeom prst="rect">
            <a:avLst/>
          </a:prstGeom>
        </p:spPr>
      </p:pic>
      <p:pic>
        <p:nvPicPr>
          <p:cNvPr id="17" name="Graphic 16" descr="Clipboard with solid fill">
            <a:extLst>
              <a:ext uri="{FF2B5EF4-FFF2-40B4-BE49-F238E27FC236}">
                <a16:creationId xmlns:a16="http://schemas.microsoft.com/office/drawing/2014/main" id="{DBBF463F-1B54-7418-DC3D-46C78A4F3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3825" y="2412230"/>
            <a:ext cx="450740" cy="450740"/>
          </a:xfrm>
          <a:prstGeom prst="rect">
            <a:avLst/>
          </a:pr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8A4E7C1E-AB54-07B9-0097-DEF082296894}"/>
              </a:ext>
            </a:extLst>
          </p:cNvPr>
          <p:cNvSpPr txBox="1">
            <a:spLocks/>
          </p:cNvSpPr>
          <p:nvPr/>
        </p:nvSpPr>
        <p:spPr>
          <a:xfrm>
            <a:off x="1301618" y="2485194"/>
            <a:ext cx="821610" cy="30777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20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Facts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ABB2DCE1-1C8E-B917-7692-C6B03404EE1A}"/>
              </a:ext>
            </a:extLst>
          </p:cNvPr>
          <p:cNvSpPr txBox="1">
            <a:spLocks/>
          </p:cNvSpPr>
          <p:nvPr/>
        </p:nvSpPr>
        <p:spPr>
          <a:xfrm>
            <a:off x="4037811" y="2487856"/>
            <a:ext cx="2218213" cy="30777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20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Procedural</a:t>
            </a: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344ED56F-99EE-769D-CCD3-AE59ED0D2A49}"/>
              </a:ext>
            </a:extLst>
          </p:cNvPr>
          <p:cNvSpPr txBox="1">
            <a:spLocks/>
          </p:cNvSpPr>
          <p:nvPr/>
        </p:nvSpPr>
        <p:spPr>
          <a:xfrm>
            <a:off x="6727772" y="2483711"/>
            <a:ext cx="2218213" cy="30777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20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Episodic</a:t>
            </a: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  <a:cs typeface="Segoe UI"/>
            </a:endParaRPr>
          </a:p>
        </p:txBody>
      </p:sp>
      <p:sp>
        <p:nvSpPr>
          <p:cNvPr id="21" name="Title 6">
            <a:extLst>
              <a:ext uri="{FF2B5EF4-FFF2-40B4-BE49-F238E27FC236}">
                <a16:creationId xmlns:a16="http://schemas.microsoft.com/office/drawing/2014/main" id="{17A45ED6-BC30-3054-7A80-2F39E7EEA772}"/>
              </a:ext>
            </a:extLst>
          </p:cNvPr>
          <p:cNvSpPr txBox="1">
            <a:spLocks/>
          </p:cNvSpPr>
          <p:nvPr/>
        </p:nvSpPr>
        <p:spPr>
          <a:xfrm>
            <a:off x="9456718" y="2329822"/>
            <a:ext cx="1235457" cy="615553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20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User Summary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70306E5-A604-4761-AFB6-F600ACB93E36}"/>
              </a:ext>
            </a:extLst>
          </p:cNvPr>
          <p:cNvSpPr/>
          <p:nvPr/>
        </p:nvSpPr>
        <p:spPr bwMode="auto">
          <a:xfrm>
            <a:off x="1902941" y="5414729"/>
            <a:ext cx="8167816" cy="102968"/>
          </a:xfrm>
          <a:prstGeom prst="roundRect">
            <a:avLst/>
          </a:prstGeom>
          <a:gradFill flip="none" rotWithShape="1">
            <a:gsLst>
              <a:gs pos="68000">
                <a:srgbClr val="8024BB"/>
              </a:gs>
              <a:gs pos="100000">
                <a:srgbClr val="272489"/>
              </a:gs>
              <a:gs pos="0">
                <a:srgbClr val="F65567"/>
              </a:gs>
              <a:gs pos="32000">
                <a:srgbClr val="B606A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itle 6">
            <a:extLst>
              <a:ext uri="{FF2B5EF4-FFF2-40B4-BE49-F238E27FC236}">
                <a16:creationId xmlns:a16="http://schemas.microsoft.com/office/drawing/2014/main" id="{97EDE18A-FCF4-6242-C166-E11B048070B5}"/>
              </a:ext>
            </a:extLst>
          </p:cNvPr>
          <p:cNvSpPr txBox="1">
            <a:spLocks/>
          </p:cNvSpPr>
          <p:nvPr/>
        </p:nvSpPr>
        <p:spPr>
          <a:xfrm>
            <a:off x="585107" y="5325418"/>
            <a:ext cx="1362108" cy="30777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20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Long-lived</a:t>
            </a:r>
          </a:p>
        </p:txBody>
      </p:sp>
      <p:sp>
        <p:nvSpPr>
          <p:cNvPr id="24" name="Title 6">
            <a:extLst>
              <a:ext uri="{FF2B5EF4-FFF2-40B4-BE49-F238E27FC236}">
                <a16:creationId xmlns:a16="http://schemas.microsoft.com/office/drawing/2014/main" id="{0AF8C0D0-1AA6-2017-041E-492C1DC8A04C}"/>
              </a:ext>
            </a:extLst>
          </p:cNvPr>
          <p:cNvSpPr txBox="1">
            <a:spLocks/>
          </p:cNvSpPr>
          <p:nvPr/>
        </p:nvSpPr>
        <p:spPr>
          <a:xfrm>
            <a:off x="10190903" y="5325417"/>
            <a:ext cx="1362108" cy="307777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20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cs typeface="Segoe UI"/>
              </a:rPr>
              <a:t>Short-lived</a:t>
            </a:r>
          </a:p>
        </p:txBody>
      </p:sp>
    </p:spTree>
    <p:extLst>
      <p:ext uri="{BB962C8B-B14F-4D97-AF65-F5344CB8AC3E}">
        <p14:creationId xmlns:p14="http://schemas.microsoft.com/office/powerpoint/2010/main" val="2620802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4" grpId="1" animBg="1"/>
      <p:bldP spid="78" grpId="0"/>
      <p:bldP spid="78" grpId="1"/>
      <p:bldP spid="80" grpId="0" animBg="1"/>
      <p:bldP spid="80" grpId="1" animBg="1"/>
      <p:bldP spid="84" grpId="0"/>
      <p:bldP spid="84" grpId="1"/>
      <p:bldP spid="88" grpId="0" animBg="1"/>
      <p:bldP spid="88" grpId="1" animBg="1"/>
      <p:bldP spid="92" grpId="0"/>
      <p:bldP spid="92" grpId="1"/>
      <p:bldP spid="5" grpId="0" animBg="1"/>
      <p:bldP spid="5" grpId="1" animBg="1"/>
      <p:bldP spid="9" grpId="0"/>
      <p:bldP spid="9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3" grpId="0"/>
      <p:bldP spid="23" grpId="1"/>
      <p:bldP spid="24" grpId="0"/>
      <p:bldP spid="2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B18F0-9265-3017-02B0-B48E2B64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02797F-3ED6-D6F4-5CDC-F3CFBFB4CBA2}"/>
              </a:ext>
            </a:extLst>
          </p:cNvPr>
          <p:cNvSpPr/>
          <p:nvPr/>
        </p:nvSpPr>
        <p:spPr bwMode="auto">
          <a:xfrm>
            <a:off x="8850046" y="2514601"/>
            <a:ext cx="2978883" cy="3052482"/>
          </a:xfrm>
          <a:prstGeom prst="roundRect">
            <a:avLst/>
          </a:prstGeom>
          <a:solidFill>
            <a:srgbClr val="00B050">
              <a:alpha val="10000"/>
            </a:srgbClr>
          </a:solidFill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FAA888-BD8B-1A5E-50CC-3F4207D65ACF}"/>
              </a:ext>
            </a:extLst>
          </p:cNvPr>
          <p:cNvSpPr/>
          <p:nvPr/>
        </p:nvSpPr>
        <p:spPr bwMode="auto">
          <a:xfrm>
            <a:off x="228601" y="2514601"/>
            <a:ext cx="8283388" cy="3052482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D6133-FD55-34AE-E7B4-8429E6ED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Semibold"/>
                <a:cs typeface="Segoe UI"/>
              </a:rPr>
              <a:t>Making Memory Intelligent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5531A3-3C31-E2B5-F626-5E86125A0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26899" y="3341643"/>
            <a:ext cx="2209837" cy="1921027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DB08E0-3D29-745B-324E-17097BED7BED}"/>
              </a:ext>
            </a:extLst>
          </p:cNvPr>
          <p:cNvSpPr txBox="1"/>
          <p:nvPr/>
        </p:nvSpPr>
        <p:spPr>
          <a:xfrm>
            <a:off x="758153" y="3172048"/>
            <a:ext cx="1569301" cy="329525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Extract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78" name="Title 6">
            <a:extLst>
              <a:ext uri="{FF2B5EF4-FFF2-40B4-BE49-F238E27FC236}">
                <a16:creationId xmlns:a16="http://schemas.microsoft.com/office/drawing/2014/main" id="{596086F3-B64B-B53F-D15B-7278D15DCA90}"/>
              </a:ext>
            </a:extLst>
          </p:cNvPr>
          <p:cNvSpPr txBox="1">
            <a:spLocks/>
          </p:cNvSpPr>
          <p:nvPr/>
        </p:nvSpPr>
        <p:spPr>
          <a:xfrm>
            <a:off x="566002" y="3671167"/>
            <a:ext cx="1931630" cy="861774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ea typeface="+mj-lt"/>
                <a:cs typeface="+mj-lt"/>
              </a:rPr>
              <a:t>Pull facts, procedural patterns, and episodic events out of every conversation.</a:t>
            </a:r>
            <a:endParaRPr lang="en-US" sz="1400">
              <a:solidFill>
                <a:schemeClr val="tx1"/>
              </a:solidFill>
              <a:latin typeface="Segoe UI Variable Display Semib"/>
              <a:ea typeface="+mj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2B88DC-3E4D-FDE5-AC7A-35C674557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3241448" y="3334967"/>
            <a:ext cx="2209837" cy="1914225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E83874D-8DD9-CB17-DA91-A2AFFEDF88A2}"/>
              </a:ext>
            </a:extLst>
          </p:cNvPr>
          <p:cNvSpPr txBox="1"/>
          <p:nvPr/>
        </p:nvSpPr>
        <p:spPr>
          <a:xfrm>
            <a:off x="3552292" y="3165373"/>
            <a:ext cx="1569301" cy="336328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Reconcile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84" name="Title 6">
            <a:extLst>
              <a:ext uri="{FF2B5EF4-FFF2-40B4-BE49-F238E27FC236}">
                <a16:creationId xmlns:a16="http://schemas.microsoft.com/office/drawing/2014/main" id="{637EEDC6-F7FA-53A1-B1CB-F52B4F2F2A61}"/>
              </a:ext>
            </a:extLst>
          </p:cNvPr>
          <p:cNvSpPr txBox="1">
            <a:spLocks/>
          </p:cNvSpPr>
          <p:nvPr/>
        </p:nvSpPr>
        <p:spPr>
          <a:xfrm>
            <a:off x="3378552" y="3670540"/>
            <a:ext cx="1935628" cy="861774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ea typeface="+mj-lt"/>
                <a:cs typeface="+mj-lt"/>
              </a:rPr>
              <a:t>Periodic </a:t>
            </a:r>
            <a:r>
              <a:rPr lang="en-US" sz="1400" spc="0" err="1">
                <a:ln>
                  <a:noFill/>
                </a:ln>
                <a:solidFill>
                  <a:schemeClr val="tx1"/>
                </a:solidFill>
                <a:latin typeface="Segoe UI Variable Display Semib"/>
                <a:ea typeface="+mj-lt"/>
                <a:cs typeface="+mj-lt"/>
              </a:rPr>
              <a:t>dedup</a:t>
            </a: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ea typeface="+mj-lt"/>
                <a:cs typeface="+mj-lt"/>
              </a:rPr>
              <a:t> sweep keep the user’s memory consistent and current.</a:t>
            </a: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  <a:cs typeface="Segoe UI Semibold"/>
            </a:endParaRPr>
          </a:p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  <a:cs typeface="Segoe U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1BE0040-1033-ACE9-CBA0-22A80FF60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024540" y="3333199"/>
            <a:ext cx="2209837" cy="1907969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5BB7F9-DA8D-E4F8-5774-979F4EF1D19A}"/>
              </a:ext>
            </a:extLst>
          </p:cNvPr>
          <p:cNvSpPr txBox="1"/>
          <p:nvPr/>
        </p:nvSpPr>
        <p:spPr>
          <a:xfrm>
            <a:off x="6362597" y="3163605"/>
            <a:ext cx="1563859" cy="336328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Summarize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92" name="Title 6">
            <a:extLst>
              <a:ext uri="{FF2B5EF4-FFF2-40B4-BE49-F238E27FC236}">
                <a16:creationId xmlns:a16="http://schemas.microsoft.com/office/drawing/2014/main" id="{5F4443A4-A84A-15B6-435F-977703F746A3}"/>
              </a:ext>
            </a:extLst>
          </p:cNvPr>
          <p:cNvSpPr txBox="1">
            <a:spLocks/>
          </p:cNvSpPr>
          <p:nvPr/>
        </p:nvSpPr>
        <p:spPr>
          <a:xfrm>
            <a:off x="6165004" y="3628164"/>
            <a:ext cx="1928526" cy="861774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ea typeface="+mj-lt"/>
                <a:cs typeface="+mj-lt"/>
              </a:rPr>
              <a:t>Rolling thread and user summaries keep context tight across turns</a:t>
            </a: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  <a:cs typeface="Segoe UI"/>
            </a:endParaRPr>
          </a:p>
          <a:p>
            <a:pPr marL="285750" indent="-285750" algn="l" defTabSz="914437"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  <a:defRPr/>
            </a:pP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AF656-9A54-F557-34B5-D728DE050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234568" y="3306002"/>
            <a:ext cx="2209837" cy="1921027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D2ABF-9B2B-CE49-97D5-14051E281256}"/>
              </a:ext>
            </a:extLst>
          </p:cNvPr>
          <p:cNvSpPr txBox="1"/>
          <p:nvPr/>
        </p:nvSpPr>
        <p:spPr>
          <a:xfrm>
            <a:off x="9552216" y="3136407"/>
            <a:ext cx="1563859" cy="329524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Recall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79B6B217-8F42-E59F-1962-4CA41AFF9346}"/>
              </a:ext>
            </a:extLst>
          </p:cNvPr>
          <p:cNvSpPr txBox="1">
            <a:spLocks/>
          </p:cNvSpPr>
          <p:nvPr/>
        </p:nvSpPr>
        <p:spPr>
          <a:xfrm>
            <a:off x="9449438" y="3628164"/>
            <a:ext cx="1871704" cy="646331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37">
              <a:spcBef>
                <a:spcPts val="0"/>
              </a:spcBef>
              <a:spcAft>
                <a:spcPts val="0"/>
              </a:spcAft>
              <a:buSzPct val="90000"/>
              <a:defRPr/>
            </a:pPr>
            <a:r>
              <a:rPr lang="en-US" sz="1400" spc="0">
                <a:ln>
                  <a:noFill/>
                </a:ln>
                <a:solidFill>
                  <a:schemeClr val="tx1"/>
                </a:solidFill>
                <a:latin typeface="Segoe UI Variable Display Semib"/>
                <a:ea typeface="+mj-lt"/>
                <a:cs typeface="+mj-lt"/>
              </a:rPr>
              <a:t>Specialist agents call memory first, then act on what they find.</a:t>
            </a:r>
            <a:endParaRPr lang="en-US" sz="1400" spc="0">
              <a:ln>
                <a:noFill/>
              </a:ln>
              <a:solidFill>
                <a:schemeClr val="tx1"/>
              </a:solidFill>
              <a:latin typeface="Segoe UI Variable Display Semib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72B97-9D54-132E-E14F-31BE47ECECBD}"/>
              </a:ext>
            </a:extLst>
          </p:cNvPr>
          <p:cNvSpPr txBox="1"/>
          <p:nvPr/>
        </p:nvSpPr>
        <p:spPr>
          <a:xfrm>
            <a:off x="758153" y="2356555"/>
            <a:ext cx="3222177" cy="333782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Write Path : Runs in background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6671E-9586-10A7-32F5-3C5D115166F9}"/>
              </a:ext>
            </a:extLst>
          </p:cNvPr>
          <p:cNvSpPr txBox="1"/>
          <p:nvPr/>
        </p:nvSpPr>
        <p:spPr>
          <a:xfrm>
            <a:off x="9234568" y="2198884"/>
            <a:ext cx="2185389" cy="791401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>
                <a:gradFill>
                  <a:gsLst>
                    <a:gs pos="78000">
                      <a:srgbClr val="FFFFFF"/>
                    </a:gs>
                    <a:gs pos="92661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/>
              </a:rPr>
              <a:t>Read Path: Runs when agents reason</a:t>
            </a:r>
            <a:endParaRPr lang="en-US">
              <a:gradFill>
                <a:gsLst>
                  <a:gs pos="78000">
                    <a:srgbClr val="FFFFFF"/>
                  </a:gs>
                  <a:gs pos="92661">
                    <a:srgbClr val="FFFFFF"/>
                  </a:gs>
                </a:gsLst>
                <a:path path="circle">
                  <a:fillToRect l="100000" b="100000"/>
                </a:path>
              </a:gra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4EC109-91C1-32E2-79BF-8B3199860688}"/>
              </a:ext>
            </a:extLst>
          </p:cNvPr>
          <p:cNvSpPr txBox="1"/>
          <p:nvPr/>
        </p:nvSpPr>
        <p:spPr>
          <a:xfrm>
            <a:off x="585107" y="1340304"/>
            <a:ext cx="1073603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Segoe UI Variable Display Semib"/>
              </a:rPr>
              <a:t>Four background mechanisms keep memory correct, current, and usable.</a:t>
            </a:r>
          </a:p>
          <a:p>
            <a:pPr algn="l"/>
            <a:endParaRPr lang="en-US" sz="1800">
              <a:latin typeface="Segoe UI Variable Display Semib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66010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4" grpId="1" animBg="1"/>
      <p:bldP spid="76" grpId="0" animBg="1"/>
      <p:bldP spid="76" grpId="1" animBg="1"/>
      <p:bldP spid="78" grpId="0" animBg="1"/>
      <p:bldP spid="78" grpId="1" animBg="1"/>
      <p:bldP spid="80" grpId="0" animBg="1"/>
      <p:bldP spid="80" grpId="1" animBg="1"/>
      <p:bldP spid="82" grpId="0" animBg="1"/>
      <p:bldP spid="82" grpId="1" animBg="1"/>
      <p:bldP spid="84" grpId="0"/>
      <p:bldP spid="84" grpId="1"/>
      <p:bldP spid="88" grpId="0" animBg="1"/>
      <p:bldP spid="88" grpId="1" animBg="1"/>
      <p:bldP spid="90" grpId="0" animBg="1"/>
      <p:bldP spid="90" grpId="1" animBg="1"/>
      <p:bldP spid="92" grpId="0"/>
      <p:bldP spid="92" grpId="1"/>
      <p:bldP spid="5" grpId="0" animBg="1"/>
      <p:bldP spid="5" grpId="1" animBg="1"/>
      <p:bldP spid="7" grpId="0" animBg="1"/>
      <p:bldP spid="7" grpId="1" animBg="1"/>
      <p:bldP spid="9" grpId="0"/>
      <p:bldP spid="9" grpId="1"/>
      <p:bldP spid="6" grpId="0" animBg="1"/>
      <p:bldP spid="6" grpId="1" animBg="1"/>
      <p:bldP spid="8" grpId="0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C03AB-8F29-F2C7-9E59-AB84E423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3BBE9C79-7A39-A6BF-3307-F01A3FAA02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37651" y="1074520"/>
              <a:ext cx="5655493" cy="80128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655493" cy="801283"/>
                    </a:xfrm>
                    <a:prstGeom prst="rect">
                      <a:avLst/>
                    </a:prstGeom>
                  </am3d:spPr>
                  <am3d:camera>
                    <am3d:pos x="0" y="0" z="496086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0197" d="1000000"/>
                    <am3d:preTrans dx="4381408" dy="-68193" dz="73726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708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3BBE9C79-7A39-A6BF-3307-F01A3FAA02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7651" y="1074520"/>
                <a:ext cx="5655493" cy="80128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6DBC73-200E-145A-4101-A1738551951A}"/>
              </a:ext>
            </a:extLst>
          </p:cNvPr>
          <p:cNvSpPr txBox="1"/>
          <p:nvPr/>
        </p:nvSpPr>
        <p:spPr>
          <a:xfrm>
            <a:off x="4455673" y="1225098"/>
            <a:ext cx="3219450" cy="500129"/>
          </a:xfrm>
          <a:prstGeom prst="roundRect">
            <a:avLst>
              <a:gd name="adj" fmla="val 28094"/>
            </a:avLst>
          </a:prstGeom>
          <a:noFill/>
        </p:spPr>
        <p:txBody>
          <a:bodyPr wrap="square" lIns="183696" tIns="36739" rIns="183696" bIns="73479" rtlCol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rPr>
              <a:t>Public preview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44955-CBB3-9943-DF6B-791A96CCF2D8}"/>
              </a:ext>
            </a:extLst>
          </p:cNvPr>
          <p:cNvSpPr txBox="1"/>
          <p:nvPr/>
        </p:nvSpPr>
        <p:spPr>
          <a:xfrm>
            <a:off x="1473735" y="4747983"/>
            <a:ext cx="2483089" cy="400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2275850">
              <a:defRPr sz="48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defRPr>
            </a:lvl1pPr>
          </a:lstStyle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600">
                <a:solidFill>
                  <a:schemeClr val="tx1"/>
                </a:solidFill>
              </a:rPr>
              <a:t>Fact Extraction</a:t>
            </a:r>
          </a:p>
        </p:txBody>
      </p:sp>
      <p:cxnSp>
        <p:nvCxnSpPr>
          <p:cNvPr id="11" name="!!Straight Connector 49">
            <a:extLst>
              <a:ext uri="{FF2B5EF4-FFF2-40B4-BE49-F238E27FC236}">
                <a16:creationId xmlns:a16="http://schemas.microsoft.com/office/drawing/2014/main" id="{7A9AD7E0-DF8E-93C8-65B4-8557D4ABC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52008" y="4459667"/>
            <a:ext cx="0" cy="976743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6D3FC1E-9398-7F15-46AB-CE0F827E6452}"/>
              </a:ext>
            </a:extLst>
          </p:cNvPr>
          <p:cNvSpPr txBox="1"/>
          <p:nvPr/>
        </p:nvSpPr>
        <p:spPr>
          <a:xfrm>
            <a:off x="4547193" y="4747371"/>
            <a:ext cx="3094198" cy="400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37">
              <a:spcAft>
                <a:spcPts val="600"/>
              </a:spcAft>
              <a:defRPr/>
            </a:pPr>
            <a:r>
              <a:rPr lang="en-US" sz="2600">
                <a:latin typeface="Segoe UI Variable Display Semib"/>
              </a:rPr>
              <a:t>Auto Summarization</a:t>
            </a:r>
            <a:endParaRPr lang="en-US"/>
          </a:p>
        </p:txBody>
      </p:sp>
      <p:cxnSp>
        <p:nvCxnSpPr>
          <p:cNvPr id="13" name="!!Straight Connector 49">
            <a:extLst>
              <a:ext uri="{FF2B5EF4-FFF2-40B4-BE49-F238E27FC236}">
                <a16:creationId xmlns:a16="http://schemas.microsoft.com/office/drawing/2014/main" id="{9123B6F4-3383-6F25-6654-2F39694DB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05414" y="4459667"/>
            <a:ext cx="0" cy="976743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AE88A8-7035-CF1A-E831-68D82A82A396}"/>
              </a:ext>
            </a:extLst>
          </p:cNvPr>
          <p:cNvSpPr txBox="1"/>
          <p:nvPr/>
        </p:nvSpPr>
        <p:spPr>
          <a:xfrm>
            <a:off x="8100599" y="4307292"/>
            <a:ext cx="3094195" cy="12003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600">
                <a:latin typeface="Segoe UI Variable Display Semib" pitchFamily="2" charset="0"/>
              </a:rPr>
              <a:t>Packaged Instructions and prompts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2E91B46-E4EC-6446-1A4F-56944D364E1A}"/>
              </a:ext>
            </a:extLst>
          </p:cNvPr>
          <p:cNvSpPr txBox="1">
            <a:spLocks/>
          </p:cNvSpPr>
          <p:nvPr/>
        </p:nvSpPr>
        <p:spPr>
          <a:xfrm>
            <a:off x="587375" y="2550708"/>
            <a:ext cx="11017250" cy="135421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n-US" sz="4400"/>
              <a:t>Agent Memory Toolkit </a:t>
            </a:r>
          </a:p>
          <a:p>
            <a:pPr algn="ctr"/>
            <a:r>
              <a:rPr lang="en-US" sz="4400"/>
              <a:t>for Azure Cosmos DB</a:t>
            </a:r>
          </a:p>
        </p:txBody>
      </p:sp>
    </p:spTree>
    <p:extLst>
      <p:ext uri="{BB962C8B-B14F-4D97-AF65-F5344CB8AC3E}">
        <p14:creationId xmlns:p14="http://schemas.microsoft.com/office/powerpoint/2010/main" val="2859469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7" presetClass="emph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4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22222E-6 L 2.08333E-6 0.01967 " pathEditMode="relative" rAng="0" ptsTypes="AA">
                                      <p:cBhvr>
                                        <p:cTn id="22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-4.375E-6 0.01967 " pathEditMode="relative" rAng="0" ptsTypes="AA">
                                      <p:cBhvr>
                                        <p:cTn id="27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22222E-6 L 3.75E-6 0.01967 " pathEditMode="relative" rAng="0" ptsTypes="AA">
                                      <p:cBhvr>
                                        <p:cTn id="32" dur="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7.40741E-7 L 4.16667E-7 0.01968 " pathEditMode="relative" rAng="0" ptsTypes="AA">
                                      <p:cBhvr>
                                        <p:cTn id="37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7.40741E-7 L 3.95833E-6 0.01968 " pathEditMode="relative" rAng="0" ptsTypes="AA">
                                      <p:cBhvr>
                                        <p:cTn id="42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0" grpId="1"/>
      <p:bldP spid="12" grpId="0"/>
      <p:bldP spid="12" grpId="1"/>
      <p:bldP spid="14" grpId="0"/>
      <p:bldP spid="14" grpId="1"/>
      <p:bldP spid="6" grpId="0"/>
      <p:bldP spid="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E9C3-E424-6A7B-F07B-4E95FB11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FBC2998B-C31A-0FEB-793E-D0B5B9AB9A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37651" y="1074520"/>
              <a:ext cx="5655493" cy="80128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655493" cy="801283"/>
                    </a:xfrm>
                    <a:prstGeom prst="rect">
                      <a:avLst/>
                    </a:prstGeom>
                  </am3d:spPr>
                  <am3d:camera>
                    <am3d:pos x="0" y="0" z="496086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0197" d="1000000"/>
                    <am3d:preTrans dx="4381408" dy="-68193" dz="73726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708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FBC2998B-C31A-0FEB-793E-D0B5B9AB9A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7651" y="1074520"/>
                <a:ext cx="5655493" cy="80128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70AE13-49EB-A4B2-DC38-3767EAB2C03E}"/>
              </a:ext>
            </a:extLst>
          </p:cNvPr>
          <p:cNvSpPr txBox="1"/>
          <p:nvPr/>
        </p:nvSpPr>
        <p:spPr>
          <a:xfrm>
            <a:off x="4455673" y="1225098"/>
            <a:ext cx="3219450" cy="500129"/>
          </a:xfrm>
          <a:prstGeom prst="roundRect">
            <a:avLst>
              <a:gd name="adj" fmla="val 28094"/>
            </a:avLst>
          </a:prstGeom>
          <a:noFill/>
        </p:spPr>
        <p:txBody>
          <a:bodyPr wrap="square" lIns="183696" tIns="36739" rIns="183696" bIns="73479" rtlCol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rPr>
              <a:t>Generally available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69906-BD59-D71E-56B9-92DF89FBDBF0}"/>
              </a:ext>
            </a:extLst>
          </p:cNvPr>
          <p:cNvSpPr txBox="1"/>
          <p:nvPr/>
        </p:nvSpPr>
        <p:spPr>
          <a:xfrm>
            <a:off x="3465180" y="4439072"/>
            <a:ext cx="2483089" cy="80021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2275850">
              <a:defRPr sz="48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2600" err="1">
                <a:solidFill>
                  <a:schemeClr val="tx1"/>
                </a:solidFill>
                <a:latin typeface="Segoe UI Variable Display Semib"/>
              </a:rPr>
              <a:t>LangChain</a:t>
            </a:r>
            <a:r>
              <a:rPr lang="en-US" sz="2600">
                <a:solidFill>
                  <a:schemeClr val="tx1"/>
                </a:solidFill>
                <a:latin typeface="Segoe UI Variable Display Semib"/>
              </a:rPr>
              <a:t> vector store </a:t>
            </a:r>
            <a:endParaRPr lang="en-US" sz="2600">
              <a:solidFill>
                <a:schemeClr val="tx1"/>
              </a:solidFill>
            </a:endParaRPr>
          </a:p>
        </p:txBody>
      </p:sp>
      <p:cxnSp>
        <p:nvCxnSpPr>
          <p:cNvPr id="11" name="!!Straight Connector 49">
            <a:extLst>
              <a:ext uri="{FF2B5EF4-FFF2-40B4-BE49-F238E27FC236}">
                <a16:creationId xmlns:a16="http://schemas.microsoft.com/office/drawing/2014/main" id="{88B62800-E73E-3589-E5B2-25C3DCF30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43453" y="4350810"/>
            <a:ext cx="0" cy="976743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F39C13-1D1E-0A16-8E62-60FEC8884DB9}"/>
              </a:ext>
            </a:extLst>
          </p:cNvPr>
          <p:cNvSpPr txBox="1"/>
          <p:nvPr/>
        </p:nvSpPr>
        <p:spPr>
          <a:xfrm>
            <a:off x="6538638" y="4398490"/>
            <a:ext cx="3094198" cy="80021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37">
              <a:spcAft>
                <a:spcPts val="600"/>
              </a:spcAft>
              <a:defRPr/>
            </a:pPr>
            <a:r>
              <a:rPr lang="en-US" sz="2600" err="1">
                <a:latin typeface="Segoe UI Variable Display Semib"/>
              </a:rPr>
              <a:t>LangGraph</a:t>
            </a:r>
            <a:r>
              <a:rPr lang="en-US" sz="2600">
                <a:latin typeface="Segoe UI Variable Display Semib"/>
              </a:rPr>
              <a:t> </a:t>
            </a:r>
            <a:r>
              <a:rPr lang="en-US" sz="2600" err="1">
                <a:latin typeface="Segoe UI Variable Display Semib"/>
              </a:rPr>
              <a:t>checkpointer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199B0F9-32B8-384B-FAA6-EF38CBB961DB}"/>
              </a:ext>
            </a:extLst>
          </p:cNvPr>
          <p:cNvSpPr txBox="1">
            <a:spLocks/>
          </p:cNvSpPr>
          <p:nvPr/>
        </p:nvSpPr>
        <p:spPr>
          <a:xfrm>
            <a:off x="587375" y="2550708"/>
            <a:ext cx="11017250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n-US" sz="4400" err="1">
                <a:cs typeface="Segoe UI"/>
              </a:rPr>
              <a:t>LangChain</a:t>
            </a:r>
            <a:r>
              <a:rPr lang="en-US" sz="4400">
                <a:cs typeface="Segoe UI"/>
              </a:rPr>
              <a:t> Azure Cosmos DB </a:t>
            </a:r>
            <a:r>
              <a:rPr lang="en-US" sz="4400" err="1">
                <a:cs typeface="Segoe UI"/>
              </a:rPr>
              <a:t>integrataion</a:t>
            </a:r>
            <a:endParaRPr lang="en-US" sz="44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368C18-F14D-435F-4F0E-83F4E6D807A3}"/>
              </a:ext>
            </a:extLst>
          </p:cNvPr>
          <p:cNvSpPr txBox="1"/>
          <p:nvPr/>
        </p:nvSpPr>
        <p:spPr>
          <a:xfrm>
            <a:off x="3663685" y="3230387"/>
            <a:ext cx="4801105" cy="400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2275850">
              <a:defRPr sz="48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2600" err="1">
                <a:solidFill>
                  <a:schemeClr val="tx1"/>
                </a:solidFill>
                <a:latin typeface="Segoe UI Variable Display Semib"/>
              </a:rPr>
              <a:t>Langchain</a:t>
            </a:r>
            <a:r>
              <a:rPr lang="en-US" sz="2600">
                <a:solidFill>
                  <a:schemeClr val="tx1"/>
                </a:solidFill>
                <a:latin typeface="Segoe UI Variable Display Semib"/>
              </a:rPr>
              <a:t>-azure-</a:t>
            </a:r>
            <a:r>
              <a:rPr lang="en-US" sz="2600" err="1">
                <a:solidFill>
                  <a:schemeClr val="tx1"/>
                </a:solidFill>
                <a:latin typeface="Segoe UI Variable Display Semib"/>
              </a:rPr>
              <a:t>cosmosdb</a:t>
            </a:r>
            <a:r>
              <a:rPr lang="en-US" sz="2600">
                <a:solidFill>
                  <a:schemeClr val="tx1"/>
                </a:solidFill>
                <a:latin typeface="Segoe UI Variable Display Semib"/>
              </a:rPr>
              <a:t> </a:t>
            </a:r>
            <a:endParaRPr lang="en-US" sz="2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9493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-2.08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7" presetClass="emph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4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22222E-6 L 2.08333E-6 0.01967 " pathEditMode="relative" rAng="0" ptsTypes="AA">
                                      <p:cBhvr>
                                        <p:cTn id="22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22222E-6 L 3.75E-6 0.01967 " pathEditMode="relative" rAng="0" ptsTypes="AA">
                                      <p:cBhvr>
                                        <p:cTn id="27" dur="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7.40741E-7 L 4.16667E-7 0.01968 " pathEditMode="relative" rAng="0" ptsTypes="AA">
                                      <p:cBhvr>
                                        <p:cTn id="32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22222E-6 L 3.75E-6 0.01967 " pathEditMode="relative" rAng="0" ptsTypes="AA">
                                      <p:cBhvr>
                                        <p:cTn id="37" dur="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0" grpId="1"/>
      <p:bldP spid="12" grpId="0"/>
      <p:bldP spid="12" grpId="1"/>
      <p:bldP spid="6" grpId="0"/>
      <p:bldP spid="6" grpId="1"/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4785-7902-64C3-335B-62996F5E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05C86A69-D9E5-07BD-81A3-9BFEF65FC7E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05710613"/>
                  </p:ext>
                </p:extLst>
              </p:nvPr>
            </p:nvGraphicFramePr>
            <p:xfrm>
              <a:off x="3237651" y="1074520"/>
              <a:ext cx="5655493" cy="80128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655493" cy="801283"/>
                    </a:xfrm>
                    <a:prstGeom prst="rect">
                      <a:avLst/>
                    </a:prstGeom>
                  </am3d:spPr>
                  <am3d:camera>
                    <am3d:pos x="0" y="0" z="496086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0197" d="1000000"/>
                    <am3d:preTrans dx="4381408" dy="-68193" dz="73726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708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05C86A69-D9E5-07BD-81A3-9BFEF65FC7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7651" y="1074520"/>
                <a:ext cx="5655493" cy="80128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476D471-00BF-CA0E-CBAA-F3F13C617B57}"/>
              </a:ext>
            </a:extLst>
          </p:cNvPr>
          <p:cNvSpPr txBox="1"/>
          <p:nvPr/>
        </p:nvSpPr>
        <p:spPr>
          <a:xfrm>
            <a:off x="4455673" y="1225098"/>
            <a:ext cx="3219450" cy="500129"/>
          </a:xfrm>
          <a:prstGeom prst="roundRect">
            <a:avLst>
              <a:gd name="adj" fmla="val 28094"/>
            </a:avLst>
          </a:prstGeom>
          <a:noFill/>
        </p:spPr>
        <p:txBody>
          <a:bodyPr wrap="square" lIns="183696" tIns="36739" rIns="183696" bIns="73479" rtlCol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rPr>
              <a:t>Generally available</a:t>
            </a:r>
          </a:p>
        </p:txBody>
      </p:sp>
      <p:cxnSp>
        <p:nvCxnSpPr>
          <p:cNvPr id="11" name="!!Straight Connector 49">
            <a:extLst>
              <a:ext uri="{FF2B5EF4-FFF2-40B4-BE49-F238E27FC236}">
                <a16:creationId xmlns:a16="http://schemas.microsoft.com/office/drawing/2014/main" id="{F963A44D-682D-30CC-CFD6-D90C86727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52008" y="4459667"/>
            <a:ext cx="0" cy="976743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0C8CEF0-1B49-9FF7-2E7E-188AB7FAD174}"/>
              </a:ext>
            </a:extLst>
          </p:cNvPr>
          <p:cNvSpPr txBox="1"/>
          <p:nvPr/>
        </p:nvSpPr>
        <p:spPr>
          <a:xfrm>
            <a:off x="922890" y="4707401"/>
            <a:ext cx="3094198" cy="400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37">
              <a:spcAft>
                <a:spcPts val="600"/>
              </a:spcAft>
              <a:defRPr/>
            </a:pPr>
            <a:r>
              <a:rPr lang="en-US" sz="2600">
                <a:latin typeface="Segoe UI Variable Display Semib"/>
              </a:rPr>
              <a:t>Open Source</a:t>
            </a:r>
            <a:endParaRPr lang="en-US" sz="2600">
              <a:latin typeface="Segoe UI Variable Display Semib" pitchFamily="2" charset="0"/>
            </a:endParaRPr>
          </a:p>
        </p:txBody>
      </p:sp>
      <p:cxnSp>
        <p:nvCxnSpPr>
          <p:cNvPr id="13" name="!!Straight Connector 49">
            <a:extLst>
              <a:ext uri="{FF2B5EF4-FFF2-40B4-BE49-F238E27FC236}">
                <a16:creationId xmlns:a16="http://schemas.microsoft.com/office/drawing/2014/main" id="{3FEE6D30-F77C-1482-09F4-2DCA76162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05414" y="4459667"/>
            <a:ext cx="0" cy="976743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50A67A-A2F8-CE77-7C45-0858A25E06D5}"/>
              </a:ext>
            </a:extLst>
          </p:cNvPr>
          <p:cNvSpPr txBox="1"/>
          <p:nvPr/>
        </p:nvSpPr>
        <p:spPr>
          <a:xfrm>
            <a:off x="8100599" y="4307292"/>
            <a:ext cx="3094195" cy="12003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Packaged instructions</a:t>
            </a:r>
            <a:r>
              <a:rPr kumimoji="0" lang="en-US" sz="2600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 and scripts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F54360A-8256-B634-A27C-D95C4E112BA5}"/>
              </a:ext>
            </a:extLst>
          </p:cNvPr>
          <p:cNvSpPr txBox="1">
            <a:spLocks/>
          </p:cNvSpPr>
          <p:nvPr/>
        </p:nvSpPr>
        <p:spPr>
          <a:xfrm>
            <a:off x="587375" y="2550708"/>
            <a:ext cx="11017250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n-US" sz="4400"/>
              <a:t>Agent kit for Azure Cosmos DB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B90D1-C701-46DE-5586-33C30BE5EF8B}"/>
              </a:ext>
            </a:extLst>
          </p:cNvPr>
          <p:cNvSpPr txBox="1"/>
          <p:nvPr/>
        </p:nvSpPr>
        <p:spPr>
          <a:xfrm>
            <a:off x="4456265" y="4506066"/>
            <a:ext cx="3094198" cy="80021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37">
              <a:spcAft>
                <a:spcPts val="600"/>
              </a:spcAft>
              <a:defRPr/>
            </a:pPr>
            <a:r>
              <a:rPr lang="en-US" sz="2600">
                <a:latin typeface="Segoe UI Variable Display Semib"/>
              </a:rPr>
              <a:t>Multiple Coding Agent Support</a:t>
            </a:r>
            <a:endParaRPr lang="en-US" sz="2600"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5939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-2.08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7" presetClass="emph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4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22222E-6 L 2.08333E-6 0.01967 " pathEditMode="relative" rAng="0" ptsTypes="AA">
                                      <p:cBhvr>
                                        <p:cTn id="22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-4.375E-6 0.01967 " pathEditMode="relative" rAng="0" ptsTypes="AA">
                                      <p:cBhvr>
                                        <p:cTn id="27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7.40741E-7 L 4.16667E-7 0.01968 " pathEditMode="relative" rAng="0" ptsTypes="AA">
                                      <p:cBhvr>
                                        <p:cTn id="32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7.40741E-7 L 3.95833E-6 0.01968 " pathEditMode="relative" rAng="0" ptsTypes="AA">
                                      <p:cBhvr>
                                        <p:cTn id="37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7.40741E-7 L 4.16667E-7 0.01968 " pathEditMode="relative" rAng="0" ptsTypes="AA">
                                      <p:cBhvr>
                                        <p:cTn id="42" dur="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2" grpId="1"/>
      <p:bldP spid="14" grpId="0"/>
      <p:bldP spid="14" grpId="1"/>
      <p:bldP spid="6" grpId="0"/>
      <p:bldP spid="6" grpId="1"/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5AE9BB-3C4A-ADE5-AFC5-0A02209A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5" y="2423825"/>
            <a:ext cx="6721019" cy="1107996"/>
          </a:xfrm>
        </p:spPr>
        <p:txBody>
          <a:bodyPr/>
          <a:lstStyle/>
          <a:p>
            <a:r>
              <a:rPr lang="en-US"/>
              <a:t>Making agentic apps reliable and production grade</a:t>
            </a:r>
          </a:p>
        </p:txBody>
      </p:sp>
    </p:spTree>
    <p:extLst>
      <p:ext uri="{BB962C8B-B14F-4D97-AF65-F5344CB8AC3E}">
        <p14:creationId xmlns:p14="http://schemas.microsoft.com/office/powerpoint/2010/main" val="416196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1AD15C76-BCE9-C80C-B91E-BCAA15297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23946" y="4550574"/>
            <a:ext cx="10342519" cy="1445104"/>
          </a:xfrm>
          <a:prstGeom prst="round2SameRect">
            <a:avLst>
              <a:gd name="adj1" fmla="val 0"/>
              <a:gd name="adj2" fmla="val 16426"/>
            </a:avLst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sz="2000" b="1">
              <a:ln w="3175">
                <a:noFill/>
              </a:ln>
              <a:gradFill>
                <a:gsLst>
                  <a:gs pos="9174">
                    <a:schemeClr val="tx1"/>
                  </a:gs>
                  <a:gs pos="42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  <a:cs typeface="Segoe UI" pitchFamily="34" charset="0"/>
            </a:endParaRPr>
          </a:p>
        </p:txBody>
      </p:sp>
      <p:sp>
        <p:nvSpPr>
          <p:cNvPr id="10" name="!!container">
            <a:extLst>
              <a:ext uri="{FF2B5EF4-FFF2-40B4-BE49-F238E27FC236}">
                <a16:creationId xmlns:a16="http://schemas.microsoft.com/office/drawing/2014/main" id="{F1263B4A-1D82-B8A9-F85C-F711877D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1500" y="1435100"/>
            <a:ext cx="11049000" cy="3115474"/>
          </a:xfrm>
          <a:prstGeom prst="roundRect">
            <a:avLst>
              <a:gd name="adj" fmla="val 6417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34" name="Arrow: Up 26">
            <a:extLst>
              <a:ext uri="{FF2B5EF4-FFF2-40B4-BE49-F238E27FC236}">
                <a16:creationId xmlns:a16="http://schemas.microsoft.com/office/drawing/2014/main" id="{92A2F482-3AE0-BEFD-6E40-6CFA4CA53596}"/>
              </a:ext>
            </a:extLst>
          </p:cNvPr>
          <p:cNvSpPr/>
          <p:nvPr/>
        </p:nvSpPr>
        <p:spPr bwMode="auto">
          <a:xfrm>
            <a:off x="6621612" y="2691364"/>
            <a:ext cx="1865494" cy="989556"/>
          </a:xfrm>
          <a:custGeom>
            <a:avLst/>
            <a:gdLst>
              <a:gd name="connsiteX0" fmla="*/ 0 w 708504"/>
              <a:gd name="connsiteY0" fmla="*/ 354252 h 920206"/>
              <a:gd name="connsiteX1" fmla="*/ 354252 w 708504"/>
              <a:gd name="connsiteY1" fmla="*/ 0 h 920206"/>
              <a:gd name="connsiteX2" fmla="*/ 708504 w 708504"/>
              <a:gd name="connsiteY2" fmla="*/ 354252 h 920206"/>
              <a:gd name="connsiteX3" fmla="*/ 531378 w 708504"/>
              <a:gd name="connsiteY3" fmla="*/ 354252 h 920206"/>
              <a:gd name="connsiteX4" fmla="*/ 531378 w 708504"/>
              <a:gd name="connsiteY4" fmla="*/ 920206 h 920206"/>
              <a:gd name="connsiteX5" fmla="*/ 177126 w 708504"/>
              <a:gd name="connsiteY5" fmla="*/ 920206 h 920206"/>
              <a:gd name="connsiteX6" fmla="*/ 177126 w 708504"/>
              <a:gd name="connsiteY6" fmla="*/ 354252 h 920206"/>
              <a:gd name="connsiteX7" fmla="*/ 0 w 708504"/>
              <a:gd name="connsiteY7" fmla="*/ 354252 h 920206"/>
              <a:gd name="connsiteX0" fmla="*/ 354252 w 708504"/>
              <a:gd name="connsiteY0" fmla="*/ 0 h 920206"/>
              <a:gd name="connsiteX1" fmla="*/ 708504 w 708504"/>
              <a:gd name="connsiteY1" fmla="*/ 354252 h 920206"/>
              <a:gd name="connsiteX2" fmla="*/ 531378 w 708504"/>
              <a:gd name="connsiteY2" fmla="*/ 354252 h 920206"/>
              <a:gd name="connsiteX3" fmla="*/ 531378 w 708504"/>
              <a:gd name="connsiteY3" fmla="*/ 920206 h 920206"/>
              <a:gd name="connsiteX4" fmla="*/ 177126 w 708504"/>
              <a:gd name="connsiteY4" fmla="*/ 920206 h 920206"/>
              <a:gd name="connsiteX5" fmla="*/ 177126 w 708504"/>
              <a:gd name="connsiteY5" fmla="*/ 354252 h 920206"/>
              <a:gd name="connsiteX6" fmla="*/ 0 w 708504"/>
              <a:gd name="connsiteY6" fmla="*/ 354252 h 920206"/>
              <a:gd name="connsiteX7" fmla="*/ 445692 w 708504"/>
              <a:gd name="connsiteY7" fmla="*/ 91440 h 920206"/>
              <a:gd name="connsiteX0" fmla="*/ 354252 w 708504"/>
              <a:gd name="connsiteY0" fmla="*/ 0 h 920206"/>
              <a:gd name="connsiteX1" fmla="*/ 708504 w 708504"/>
              <a:gd name="connsiteY1" fmla="*/ 354252 h 920206"/>
              <a:gd name="connsiteX2" fmla="*/ 531378 w 708504"/>
              <a:gd name="connsiteY2" fmla="*/ 354252 h 920206"/>
              <a:gd name="connsiteX3" fmla="*/ 531378 w 708504"/>
              <a:gd name="connsiteY3" fmla="*/ 920206 h 920206"/>
              <a:gd name="connsiteX4" fmla="*/ 177126 w 708504"/>
              <a:gd name="connsiteY4" fmla="*/ 920206 h 920206"/>
              <a:gd name="connsiteX5" fmla="*/ 177126 w 708504"/>
              <a:gd name="connsiteY5" fmla="*/ 354252 h 920206"/>
              <a:gd name="connsiteX6" fmla="*/ 0 w 708504"/>
              <a:gd name="connsiteY6" fmla="*/ 354252 h 920206"/>
              <a:gd name="connsiteX0" fmla="*/ 708504 w 708504"/>
              <a:gd name="connsiteY0" fmla="*/ 0 h 565954"/>
              <a:gd name="connsiteX1" fmla="*/ 531378 w 708504"/>
              <a:gd name="connsiteY1" fmla="*/ 0 h 565954"/>
              <a:gd name="connsiteX2" fmla="*/ 531378 w 708504"/>
              <a:gd name="connsiteY2" fmla="*/ 565954 h 565954"/>
              <a:gd name="connsiteX3" fmla="*/ 177126 w 708504"/>
              <a:gd name="connsiteY3" fmla="*/ 565954 h 565954"/>
              <a:gd name="connsiteX4" fmla="*/ 177126 w 708504"/>
              <a:gd name="connsiteY4" fmla="*/ 0 h 565954"/>
              <a:gd name="connsiteX5" fmla="*/ 0 w 708504"/>
              <a:gd name="connsiteY5" fmla="*/ 0 h 565954"/>
              <a:gd name="connsiteX0" fmla="*/ 531378 w 531378"/>
              <a:gd name="connsiteY0" fmla="*/ 0 h 565954"/>
              <a:gd name="connsiteX1" fmla="*/ 531378 w 531378"/>
              <a:gd name="connsiteY1" fmla="*/ 565954 h 565954"/>
              <a:gd name="connsiteX2" fmla="*/ 177126 w 531378"/>
              <a:gd name="connsiteY2" fmla="*/ 565954 h 565954"/>
              <a:gd name="connsiteX3" fmla="*/ 177126 w 531378"/>
              <a:gd name="connsiteY3" fmla="*/ 0 h 565954"/>
              <a:gd name="connsiteX4" fmla="*/ 0 w 531378"/>
              <a:gd name="connsiteY4" fmla="*/ 0 h 565954"/>
              <a:gd name="connsiteX0" fmla="*/ 354252 w 354252"/>
              <a:gd name="connsiteY0" fmla="*/ 0 h 565954"/>
              <a:gd name="connsiteX1" fmla="*/ 354252 w 354252"/>
              <a:gd name="connsiteY1" fmla="*/ 565954 h 565954"/>
              <a:gd name="connsiteX2" fmla="*/ 0 w 354252"/>
              <a:gd name="connsiteY2" fmla="*/ 565954 h 565954"/>
              <a:gd name="connsiteX3" fmla="*/ 0 w 354252"/>
              <a:gd name="connsiteY3" fmla="*/ 0 h 565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52" h="565954">
                <a:moveTo>
                  <a:pt x="354252" y="0"/>
                </a:moveTo>
                <a:lnTo>
                  <a:pt x="354252" y="565954"/>
                </a:lnTo>
                <a:lnTo>
                  <a:pt x="0" y="565954"/>
                </a:lnTo>
                <a:lnTo>
                  <a:pt x="0" y="0"/>
                </a:lnTo>
              </a:path>
            </a:pathLst>
          </a:custGeom>
          <a:ln w="28575" cap="rnd">
            <a:solidFill>
              <a:srgbClr val="00A4EF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 err="1">
              <a:latin typeface="Segoe UI Variable Display Semibold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64459-FEAE-BE45-AE7D-E0FE2F40F6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3250" y="460232"/>
            <a:ext cx="11017250" cy="615553"/>
          </a:xfrm>
        </p:spPr>
        <p:txBody>
          <a:bodyPr/>
          <a:lstStyle/>
          <a:p>
            <a:pPr algn="ctr"/>
            <a:r>
              <a:rPr lang="en-US"/>
              <a:t>From proof</a:t>
            </a:r>
            <a:r>
              <a:rPr lang="en-US" sz="4000">
                <a:solidFill>
                  <a:schemeClr val="accent1"/>
                </a:solidFill>
              </a:rPr>
              <a:t> </a:t>
            </a:r>
            <a:r>
              <a:rPr lang="en-US"/>
              <a:t>of concept to production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ACBD22-B85E-2551-A9E8-B595093E5076}"/>
              </a:ext>
            </a:extLst>
          </p:cNvPr>
          <p:cNvCxnSpPr>
            <a:cxnSpLocks/>
          </p:cNvCxnSpPr>
          <p:nvPr/>
        </p:nvCxnSpPr>
        <p:spPr>
          <a:xfrm>
            <a:off x="1236663" y="2691363"/>
            <a:ext cx="9717087" cy="0"/>
          </a:xfrm>
          <a:prstGeom prst="straightConnector1">
            <a:avLst/>
          </a:prstGeom>
          <a:ln w="28575">
            <a:solidFill>
              <a:srgbClr val="00A4EF"/>
            </a:solidFill>
            <a:prstDash val="lgDash"/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53A04D-1B00-7759-4EA1-D54E4EFE6F46}"/>
              </a:ext>
            </a:extLst>
          </p:cNvPr>
          <p:cNvSpPr txBox="1"/>
          <p:nvPr/>
        </p:nvSpPr>
        <p:spPr>
          <a:xfrm>
            <a:off x="4619543" y="3289036"/>
            <a:ext cx="11774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>
                <a:latin typeface="Segoe UI Variable Display Semib" pitchFamily="2" charset="0"/>
              </a:rPr>
              <a:t>Lost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53A07F-187E-2E96-DF99-6AE9303AE3F1}"/>
              </a:ext>
            </a:extLst>
          </p:cNvPr>
          <p:cNvSpPr txBox="1"/>
          <p:nvPr/>
        </p:nvSpPr>
        <p:spPr>
          <a:xfrm>
            <a:off x="6965636" y="3289035"/>
            <a:ext cx="11774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>
                <a:latin typeface="Segoe UI Variable Display Semib" pitchFamily="2" charset="0"/>
              </a:rPr>
              <a:t>Downtime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78F68E-EB44-87B7-971F-D7801649954A}"/>
              </a:ext>
            </a:extLst>
          </p:cNvPr>
          <p:cNvSpPr txBox="1"/>
          <p:nvPr/>
        </p:nvSpPr>
        <p:spPr>
          <a:xfrm>
            <a:off x="1236663" y="2206308"/>
            <a:ext cx="11774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>
                <a:latin typeface="Segoe UI Variable Display Semib" pitchFamily="2" charset="0"/>
              </a:rPr>
              <a:t>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256F5-F6FE-A086-E5F9-8A4E1EDDBFF5}"/>
              </a:ext>
            </a:extLst>
          </p:cNvPr>
          <p:cNvSpPr txBox="1"/>
          <p:nvPr/>
        </p:nvSpPr>
        <p:spPr>
          <a:xfrm>
            <a:off x="3206189" y="3818895"/>
            <a:ext cx="11774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>
                <a:latin typeface="Segoe UI Variable Display Semib" pitchFamily="2" charset="0"/>
              </a:rPr>
              <a:t>RPO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55418E-73B3-DE0D-C4D7-05DB7541FC8E}"/>
              </a:ext>
            </a:extLst>
          </p:cNvPr>
          <p:cNvSpPr txBox="1"/>
          <p:nvPr/>
        </p:nvSpPr>
        <p:spPr>
          <a:xfrm>
            <a:off x="6032896" y="1939802"/>
            <a:ext cx="11774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>
                <a:latin typeface="Segoe UI Variable Display Semib" pitchFamily="2" charset="0"/>
              </a:rPr>
              <a:t>Disaster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DB4471-B4C0-60B1-7677-28BF1BA6E4F5}"/>
              </a:ext>
            </a:extLst>
          </p:cNvPr>
          <p:cNvSpPr txBox="1"/>
          <p:nvPr/>
        </p:nvSpPr>
        <p:spPr>
          <a:xfrm>
            <a:off x="6965636" y="3765025"/>
            <a:ext cx="11774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>
                <a:latin typeface="Segoe UI Variable Display Semib" pitchFamily="2" charset="0"/>
              </a:rPr>
              <a:t>RTO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FA5F627-B733-32AE-86CB-8E03D89CDB2E}"/>
              </a:ext>
            </a:extLst>
          </p:cNvPr>
          <p:cNvSpPr txBox="1">
            <a:spLocks/>
          </p:cNvSpPr>
          <p:nvPr/>
        </p:nvSpPr>
        <p:spPr>
          <a:xfrm>
            <a:off x="1841460" y="4749906"/>
            <a:ext cx="850908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latin typeface="Segoe UI Variable Display Semib" pitchFamily="2" charset="0"/>
              </a:rPr>
              <a:t>SLO = target level of service availability</a:t>
            </a:r>
          </a:p>
          <a:p>
            <a:pPr marL="0" indent="0" algn="ctr">
              <a:buNone/>
            </a:pPr>
            <a:r>
              <a:rPr lang="en-US" sz="2000">
                <a:latin typeface="Segoe UI Variable Display Semib" pitchFamily="2" charset="0"/>
              </a:rPr>
              <a:t>RPO = how long did you lose data</a:t>
            </a:r>
          </a:p>
          <a:p>
            <a:pPr marL="0" indent="0" algn="ctr">
              <a:buNone/>
            </a:pPr>
            <a:r>
              <a:rPr lang="en-US" sz="2000">
                <a:latin typeface="Segoe UI Variable Display Semib" pitchFamily="2" charset="0"/>
              </a:rPr>
              <a:t>RTO = how long are you down</a:t>
            </a:r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AA853AB2-96D4-8D7E-2C17-C83FC203E53F}"/>
              </a:ext>
            </a:extLst>
          </p:cNvPr>
          <p:cNvSpPr/>
          <p:nvPr/>
        </p:nvSpPr>
        <p:spPr bwMode="auto">
          <a:xfrm>
            <a:off x="3794911" y="2691364"/>
            <a:ext cx="2826702" cy="989556"/>
          </a:xfrm>
          <a:custGeom>
            <a:avLst/>
            <a:gdLst>
              <a:gd name="connsiteX0" fmla="*/ 0 w 708504"/>
              <a:gd name="connsiteY0" fmla="*/ 354252 h 920206"/>
              <a:gd name="connsiteX1" fmla="*/ 354252 w 708504"/>
              <a:gd name="connsiteY1" fmla="*/ 0 h 920206"/>
              <a:gd name="connsiteX2" fmla="*/ 708504 w 708504"/>
              <a:gd name="connsiteY2" fmla="*/ 354252 h 920206"/>
              <a:gd name="connsiteX3" fmla="*/ 531378 w 708504"/>
              <a:gd name="connsiteY3" fmla="*/ 354252 h 920206"/>
              <a:gd name="connsiteX4" fmla="*/ 531378 w 708504"/>
              <a:gd name="connsiteY4" fmla="*/ 920206 h 920206"/>
              <a:gd name="connsiteX5" fmla="*/ 177126 w 708504"/>
              <a:gd name="connsiteY5" fmla="*/ 920206 h 920206"/>
              <a:gd name="connsiteX6" fmla="*/ 177126 w 708504"/>
              <a:gd name="connsiteY6" fmla="*/ 354252 h 920206"/>
              <a:gd name="connsiteX7" fmla="*/ 0 w 708504"/>
              <a:gd name="connsiteY7" fmla="*/ 354252 h 920206"/>
              <a:gd name="connsiteX0" fmla="*/ 354252 w 708504"/>
              <a:gd name="connsiteY0" fmla="*/ 0 h 920206"/>
              <a:gd name="connsiteX1" fmla="*/ 708504 w 708504"/>
              <a:gd name="connsiteY1" fmla="*/ 354252 h 920206"/>
              <a:gd name="connsiteX2" fmla="*/ 531378 w 708504"/>
              <a:gd name="connsiteY2" fmla="*/ 354252 h 920206"/>
              <a:gd name="connsiteX3" fmla="*/ 531378 w 708504"/>
              <a:gd name="connsiteY3" fmla="*/ 920206 h 920206"/>
              <a:gd name="connsiteX4" fmla="*/ 177126 w 708504"/>
              <a:gd name="connsiteY4" fmla="*/ 920206 h 920206"/>
              <a:gd name="connsiteX5" fmla="*/ 177126 w 708504"/>
              <a:gd name="connsiteY5" fmla="*/ 354252 h 920206"/>
              <a:gd name="connsiteX6" fmla="*/ 0 w 708504"/>
              <a:gd name="connsiteY6" fmla="*/ 354252 h 920206"/>
              <a:gd name="connsiteX7" fmla="*/ 445692 w 708504"/>
              <a:gd name="connsiteY7" fmla="*/ 91440 h 920206"/>
              <a:gd name="connsiteX0" fmla="*/ 354252 w 708504"/>
              <a:gd name="connsiteY0" fmla="*/ 0 h 920206"/>
              <a:gd name="connsiteX1" fmla="*/ 708504 w 708504"/>
              <a:gd name="connsiteY1" fmla="*/ 354252 h 920206"/>
              <a:gd name="connsiteX2" fmla="*/ 531378 w 708504"/>
              <a:gd name="connsiteY2" fmla="*/ 354252 h 920206"/>
              <a:gd name="connsiteX3" fmla="*/ 531378 w 708504"/>
              <a:gd name="connsiteY3" fmla="*/ 920206 h 920206"/>
              <a:gd name="connsiteX4" fmla="*/ 177126 w 708504"/>
              <a:gd name="connsiteY4" fmla="*/ 920206 h 920206"/>
              <a:gd name="connsiteX5" fmla="*/ 177126 w 708504"/>
              <a:gd name="connsiteY5" fmla="*/ 354252 h 920206"/>
              <a:gd name="connsiteX6" fmla="*/ 0 w 708504"/>
              <a:gd name="connsiteY6" fmla="*/ 354252 h 920206"/>
              <a:gd name="connsiteX0" fmla="*/ 708504 w 708504"/>
              <a:gd name="connsiteY0" fmla="*/ 0 h 565954"/>
              <a:gd name="connsiteX1" fmla="*/ 531378 w 708504"/>
              <a:gd name="connsiteY1" fmla="*/ 0 h 565954"/>
              <a:gd name="connsiteX2" fmla="*/ 531378 w 708504"/>
              <a:gd name="connsiteY2" fmla="*/ 565954 h 565954"/>
              <a:gd name="connsiteX3" fmla="*/ 177126 w 708504"/>
              <a:gd name="connsiteY3" fmla="*/ 565954 h 565954"/>
              <a:gd name="connsiteX4" fmla="*/ 177126 w 708504"/>
              <a:gd name="connsiteY4" fmla="*/ 0 h 565954"/>
              <a:gd name="connsiteX5" fmla="*/ 0 w 708504"/>
              <a:gd name="connsiteY5" fmla="*/ 0 h 565954"/>
              <a:gd name="connsiteX0" fmla="*/ 531378 w 531378"/>
              <a:gd name="connsiteY0" fmla="*/ 0 h 565954"/>
              <a:gd name="connsiteX1" fmla="*/ 531378 w 531378"/>
              <a:gd name="connsiteY1" fmla="*/ 565954 h 565954"/>
              <a:gd name="connsiteX2" fmla="*/ 177126 w 531378"/>
              <a:gd name="connsiteY2" fmla="*/ 565954 h 565954"/>
              <a:gd name="connsiteX3" fmla="*/ 177126 w 531378"/>
              <a:gd name="connsiteY3" fmla="*/ 0 h 565954"/>
              <a:gd name="connsiteX4" fmla="*/ 0 w 531378"/>
              <a:gd name="connsiteY4" fmla="*/ 0 h 565954"/>
              <a:gd name="connsiteX0" fmla="*/ 354252 w 354252"/>
              <a:gd name="connsiteY0" fmla="*/ 0 h 565954"/>
              <a:gd name="connsiteX1" fmla="*/ 354252 w 354252"/>
              <a:gd name="connsiteY1" fmla="*/ 565954 h 565954"/>
              <a:gd name="connsiteX2" fmla="*/ 0 w 354252"/>
              <a:gd name="connsiteY2" fmla="*/ 565954 h 565954"/>
              <a:gd name="connsiteX3" fmla="*/ 0 w 354252"/>
              <a:gd name="connsiteY3" fmla="*/ 0 h 565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52" h="565954">
                <a:moveTo>
                  <a:pt x="354252" y="0"/>
                </a:moveTo>
                <a:lnTo>
                  <a:pt x="354252" y="565954"/>
                </a:lnTo>
                <a:lnTo>
                  <a:pt x="0" y="565954"/>
                </a:lnTo>
                <a:lnTo>
                  <a:pt x="0" y="0"/>
                </a:lnTo>
              </a:path>
            </a:pathLst>
          </a:custGeom>
          <a:ln w="28575" cap="rnd">
            <a:gradFill flip="none" rotWithShape="1">
              <a:gsLst>
                <a:gs pos="0">
                  <a:srgbClr val="F97483"/>
                </a:gs>
                <a:gs pos="32000">
                  <a:srgbClr val="CA6CCD"/>
                </a:gs>
                <a:gs pos="100000">
                  <a:srgbClr val="41AFA1"/>
                </a:gs>
                <a:gs pos="68000">
                  <a:srgbClr val="46A0DE"/>
                </a:gs>
              </a:gsLst>
              <a:lin ang="10800000" scaled="1"/>
              <a:tileRect/>
            </a:gra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 err="1">
              <a:latin typeface="Segoe UI Variable Display Semibold" pitchFamily="2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B7C801B-6563-D47C-F95D-06726E17A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334453" y="2397401"/>
            <a:ext cx="574319" cy="574319"/>
          </a:xfrm>
          <a:prstGeom prst="ellipse">
            <a:avLst/>
          </a:prstGeom>
          <a:gradFill flip="none" rotWithShape="1">
            <a:gsLst>
              <a:gs pos="0">
                <a:srgbClr val="F65567"/>
              </a:gs>
              <a:gs pos="8000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37"/>
            <a:endParaRPr lang="en-US" sz="700" b="1">
              <a:latin typeface="Segoe UI Variable Display Semibold" pitchFamily="2" charset="0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B8566070-05EF-C857-F649-FAC2E1C745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7531" y="2500479"/>
            <a:ext cx="368163" cy="3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4264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5032-1F3B-3C00-57D4-E20FAEBF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43">
            <a:extLst>
              <a:ext uri="{FF2B5EF4-FFF2-40B4-BE49-F238E27FC236}">
                <a16:creationId xmlns:a16="http://schemas.microsoft.com/office/drawing/2014/main" id="{BC468CC6-FE5E-3A25-D57F-0E535A3BDC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42950" y="463702"/>
            <a:ext cx="10706100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R="0" lvl="0" indent="0" algn="ctr" defTabSz="2321502" fontAlgn="base">
              <a:lnSpc>
                <a:spcPct val="100000"/>
              </a:lnSpc>
              <a:spcBef>
                <a:spcPct val="0"/>
              </a:spcBef>
              <a:spcAft>
                <a:spcPts val="2987"/>
              </a:spcAft>
              <a:buClrTx/>
              <a:buSzTx/>
              <a:buFontTx/>
              <a:buNone/>
              <a:tabLst/>
              <a:defRPr kumimoji="0" lang="en-US" sz="4400" b="1" i="0" u="none" strike="noStrike" cap="none" spc="0" normalizeH="0" baseline="0" dirty="0" smtClean="0">
                <a:ln w="3175">
                  <a:noFill/>
                </a:ln>
                <a:gradFill>
                  <a:gsLst>
                    <a:gs pos="92661">
                      <a:schemeClr val="tx1"/>
                    </a:gs>
                    <a:gs pos="8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cs typeface="Segoe UI" pitchFamily="34" charset="0"/>
              </a:defRPr>
            </a:lvl1pPr>
          </a:lstStyle>
          <a:p>
            <a:pPr marL="0" marR="0" lvl="0" indent="0" algn="ctr" defTabSz="232150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987"/>
              </a:spcAft>
              <a:buClrTx/>
              <a:buSzTx/>
              <a:buFontTx/>
              <a:buNone/>
              <a:tabLst/>
              <a:defRPr/>
            </a:pPr>
            <a:r>
              <a:rPr lang="en-US" sz="3600" b="0" spc="-50">
                <a:solidFill>
                  <a:schemeClr val="tx1"/>
                </a:solidFill>
                <a:latin typeface="+mj-lt"/>
              </a:rPr>
              <a:t>Active-Active: Multi-Writer vs. Single Writer </a:t>
            </a:r>
            <a:endParaRPr lang="en-CA" sz="3600" b="0" spc="-5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85D144-BCF0-B3B2-78B6-F9896CA6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87153" y="1599367"/>
            <a:ext cx="4662137" cy="4669671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A2AD9A-6A14-4E7A-A3E1-08598EF0F67B}"/>
              </a:ext>
            </a:extLst>
          </p:cNvPr>
          <p:cNvSpPr txBox="1"/>
          <p:nvPr/>
        </p:nvSpPr>
        <p:spPr>
          <a:xfrm>
            <a:off x="1258585" y="1422969"/>
            <a:ext cx="3319272" cy="336328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/>
              <a:t>Multi-writer, RTO=0, RPO~0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79BA2B-7BF8-84DD-8564-45E3E991C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2644359" y="1996051"/>
            <a:ext cx="559190" cy="55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DFE6715-0F2C-736C-3316-18FCFBE3F476}"/>
              </a:ext>
            </a:extLst>
          </p:cNvPr>
          <p:cNvSpPr txBox="1"/>
          <p:nvPr/>
        </p:nvSpPr>
        <p:spPr>
          <a:xfrm>
            <a:off x="2089239" y="2512248"/>
            <a:ext cx="166943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Light" panose="020B0502040204020203" pitchFamily="34" charset="0"/>
              </a:rPr>
              <a:t>Azure Front Door</a:t>
            </a:r>
          </a:p>
        </p:txBody>
      </p:sp>
      <p:pic>
        <p:nvPicPr>
          <p:cNvPr id="28" name="Picture 3" descr="App Services logo">
            <a:extLst>
              <a:ext uri="{FF2B5EF4-FFF2-40B4-BE49-F238E27FC236}">
                <a16:creationId xmlns:a16="http://schemas.microsoft.com/office/drawing/2014/main" id="{F9EAACD0-EBAE-90C8-2FB1-E868D06E5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9011" y="3307996"/>
            <a:ext cx="486764" cy="4867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C4A6D1-8F15-A623-42F7-4CB950AF8905}"/>
              </a:ext>
            </a:extLst>
          </p:cNvPr>
          <p:cNvSpPr txBox="1"/>
          <p:nvPr/>
        </p:nvSpPr>
        <p:spPr>
          <a:xfrm>
            <a:off x="607271" y="3803919"/>
            <a:ext cx="1290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 panose="020B0502040204020203" pitchFamily="34" charset="0"/>
              </a:rPr>
              <a:t>App Region A</a:t>
            </a:r>
          </a:p>
        </p:txBody>
      </p:sp>
      <p:pic>
        <p:nvPicPr>
          <p:cNvPr id="27" name="Picture 2" descr="App Services logo">
            <a:extLst>
              <a:ext uri="{FF2B5EF4-FFF2-40B4-BE49-F238E27FC236}">
                <a16:creationId xmlns:a16="http://schemas.microsoft.com/office/drawing/2014/main" id="{851C6A9B-17B3-9833-179B-EF256B976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680572" y="3307996"/>
            <a:ext cx="486764" cy="48676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7AF24C-B394-55F4-405A-13BFA3EF25BD}"/>
              </a:ext>
            </a:extLst>
          </p:cNvPr>
          <p:cNvSpPr txBox="1"/>
          <p:nvPr/>
        </p:nvSpPr>
        <p:spPr>
          <a:xfrm>
            <a:off x="2278832" y="3803919"/>
            <a:ext cx="1290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 panose="020B0502040204020203" pitchFamily="34" charset="0"/>
              </a:rPr>
              <a:t>App Region B</a:t>
            </a:r>
          </a:p>
        </p:txBody>
      </p:sp>
      <p:pic>
        <p:nvPicPr>
          <p:cNvPr id="26" name="Picture 1" descr="App Services logo">
            <a:extLst>
              <a:ext uri="{FF2B5EF4-FFF2-40B4-BE49-F238E27FC236}">
                <a16:creationId xmlns:a16="http://schemas.microsoft.com/office/drawing/2014/main" id="{30EC3A44-89CC-93C2-AFB8-59750AB8B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48341" y="3307996"/>
            <a:ext cx="486764" cy="486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7381DD0-AA5E-895B-6647-D0B665476248}"/>
              </a:ext>
            </a:extLst>
          </p:cNvPr>
          <p:cNvSpPr txBox="1"/>
          <p:nvPr/>
        </p:nvSpPr>
        <p:spPr>
          <a:xfrm>
            <a:off x="3946600" y="3803919"/>
            <a:ext cx="1290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 panose="020B0502040204020203" pitchFamily="34" charset="0"/>
              </a:rPr>
              <a:t>App Region 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87255D-7B72-06FF-2A61-7DBF7DBD8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9056" y="4499641"/>
            <a:ext cx="4169797" cy="1200458"/>
          </a:xfrm>
          <a:prstGeom prst="roundRect">
            <a:avLst>
              <a:gd name="adj" fmla="val 19855"/>
            </a:avLst>
          </a:prstGeom>
          <a:gradFill>
            <a:gsLst>
              <a:gs pos="0">
                <a:srgbClr val="FFE8E2">
                  <a:alpha val="15000"/>
                </a:srgbClr>
              </a:gs>
              <a:gs pos="80000">
                <a:srgbClr val="ECECEA">
                  <a:alpha val="15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20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FFFFFF"/>
                  </a:gs>
                  <a:gs pos="42000">
                    <a:srgbClr val="FFFFF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Segoe UI" pitchFamily="34" charset="0"/>
            </a:endParaRPr>
          </a:p>
        </p:txBody>
      </p:sp>
      <p:pic>
        <p:nvPicPr>
          <p:cNvPr id="21" name="Picture 20" descr="Azure Cosmos DB logo">
            <a:extLst>
              <a:ext uri="{FF2B5EF4-FFF2-40B4-BE49-F238E27FC236}">
                <a16:creationId xmlns:a16="http://schemas.microsoft.com/office/drawing/2014/main" id="{AEE6955F-B81F-0B44-8F8E-BE06436801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94344" y="4642761"/>
            <a:ext cx="516098" cy="516098"/>
          </a:xfrm>
          <a:prstGeom prst="rect">
            <a:avLst/>
          </a:prstGeom>
        </p:spPr>
      </p:pic>
      <p:pic>
        <p:nvPicPr>
          <p:cNvPr id="22" name="Picture 21" descr="Azure Cosmos DB logo">
            <a:extLst>
              <a:ext uri="{FF2B5EF4-FFF2-40B4-BE49-F238E27FC236}">
                <a16:creationId xmlns:a16="http://schemas.microsoft.com/office/drawing/2014/main" id="{8F09763B-B1BB-0FD1-D962-45A1EF6E6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65905" y="4645440"/>
            <a:ext cx="516098" cy="516098"/>
          </a:xfrm>
          <a:prstGeom prst="rect">
            <a:avLst/>
          </a:prstGeom>
        </p:spPr>
      </p:pic>
      <p:pic>
        <p:nvPicPr>
          <p:cNvPr id="23" name="Picture 22" descr="Azure Cosmos DB logo">
            <a:extLst>
              <a:ext uri="{FF2B5EF4-FFF2-40B4-BE49-F238E27FC236}">
                <a16:creationId xmlns:a16="http://schemas.microsoft.com/office/drawing/2014/main" id="{B953ECB2-8536-E79D-5A53-AB7748DCA6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33674" y="4642761"/>
            <a:ext cx="516098" cy="516098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25C7F22-73DD-9A0F-2D39-89334E7D9651}"/>
              </a:ext>
            </a:extLst>
          </p:cNvPr>
          <p:cNvSpPr txBox="1"/>
          <p:nvPr/>
        </p:nvSpPr>
        <p:spPr>
          <a:xfrm>
            <a:off x="1843528" y="5435881"/>
            <a:ext cx="2160852" cy="184666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defTabSz="914437" fontAlgn="base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SzPct val="90000"/>
              <a:buNone/>
              <a:defRPr sz="1600" b="1" cap="none" spc="0" baseline="0">
                <a:ln>
                  <a:noFill/>
                </a:ln>
                <a:gradFill>
                  <a:gsLst>
                    <a:gs pos="68966">
                      <a:srgbClr val="FFFFFF"/>
                    </a:gs>
                    <a:gs pos="8951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  <a:cs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/>
              </a:rPr>
              <a:t>active-active, leader-less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8AD747C-FC77-F024-1517-ABC263F72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21" idx="2"/>
            <a:endCxn id="23" idx="2"/>
          </p:cNvCxnSpPr>
          <p:nvPr/>
        </p:nvCxnSpPr>
        <p:spPr>
          <a:xfrm rot="16200000" flipH="1">
            <a:off x="2922058" y="3489195"/>
            <a:ext cx="11947" cy="3339330"/>
          </a:xfrm>
          <a:prstGeom prst="bentConnector3">
            <a:avLst>
              <a:gd name="adj1" fmla="val 1800000"/>
            </a:avLst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itle 6">
            <a:extLst>
              <a:ext uri="{FF2B5EF4-FFF2-40B4-BE49-F238E27FC236}">
                <a16:creationId xmlns:a16="http://schemas.microsoft.com/office/drawing/2014/main" id="{E6CE24CD-3313-8F4B-39CC-A2B8B3A6363C}"/>
              </a:ext>
            </a:extLst>
          </p:cNvPr>
          <p:cNvSpPr txBox="1">
            <a:spLocks/>
          </p:cNvSpPr>
          <p:nvPr/>
        </p:nvSpPr>
        <p:spPr>
          <a:xfrm>
            <a:off x="1193392" y="5851288"/>
            <a:ext cx="3449659" cy="246221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/>
              </a:rPr>
              <a:t>Multi-region writes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18763A9-A565-28B2-E43A-308BABE27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465695" y="1589303"/>
            <a:ext cx="4662137" cy="4669671"/>
          </a:xfrm>
          <a:prstGeom prst="roundRect">
            <a:avLst>
              <a:gd name="adj" fmla="val 894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31939B0-1C07-9A26-26F0-A4DDB780B2B7}"/>
              </a:ext>
            </a:extLst>
          </p:cNvPr>
          <p:cNvSpPr txBox="1"/>
          <p:nvPr/>
        </p:nvSpPr>
        <p:spPr>
          <a:xfrm>
            <a:off x="6137127" y="1422969"/>
            <a:ext cx="3319272" cy="336328"/>
          </a:xfrm>
          <a:prstGeom prst="roundRect">
            <a:avLst>
              <a:gd name="adj" fmla="val 34005"/>
            </a:avLst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91440" tIns="18288" rIns="91440" bIns="36576" rtlCol="0" anchor="ctr" anchorCtr="0">
            <a:noAutofit/>
          </a:bodyPr>
          <a:lstStyle>
            <a:defPPr>
              <a:defRPr lang="en-US"/>
            </a:defPPr>
            <a:lvl1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  <a:defRPr sz="1600" b="1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 panose="020B0502040204020203" pitchFamily="34" charset="0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r>
              <a:rPr lang="en-US"/>
              <a:t>Single-writer, RPO=0, RTO~0</a:t>
            </a:r>
          </a:p>
        </p:txBody>
      </p:sp>
      <p:pic>
        <p:nvPicPr>
          <p:cNvPr id="135" name="Picture 2">
            <a:extLst>
              <a:ext uri="{FF2B5EF4-FFF2-40B4-BE49-F238E27FC236}">
                <a16:creationId xmlns:a16="http://schemas.microsoft.com/office/drawing/2014/main" id="{5FC24B35-0915-DCFA-F117-B8278EA6E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7522901" y="1985987"/>
            <a:ext cx="559190" cy="55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7AA526AC-3CF4-DAA2-1C35-D5DBAC49D2C2}"/>
              </a:ext>
            </a:extLst>
          </p:cNvPr>
          <p:cNvSpPr txBox="1"/>
          <p:nvPr/>
        </p:nvSpPr>
        <p:spPr>
          <a:xfrm>
            <a:off x="6967781" y="2502184"/>
            <a:ext cx="166943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Light" panose="020B0502040204020203" pitchFamily="34" charset="0"/>
              </a:rPr>
              <a:t>Azure Front Door</a:t>
            </a:r>
          </a:p>
        </p:txBody>
      </p:sp>
      <p:pic>
        <p:nvPicPr>
          <p:cNvPr id="142" name="Picture 3" descr="App Services logo">
            <a:extLst>
              <a:ext uri="{FF2B5EF4-FFF2-40B4-BE49-F238E27FC236}">
                <a16:creationId xmlns:a16="http://schemas.microsoft.com/office/drawing/2014/main" id="{B930B2D8-612A-D700-5F61-3072D361D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87553" y="3297932"/>
            <a:ext cx="486764" cy="486764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9185B6E8-D1E6-4C29-B183-889476D38B59}"/>
              </a:ext>
            </a:extLst>
          </p:cNvPr>
          <p:cNvSpPr txBox="1"/>
          <p:nvPr/>
        </p:nvSpPr>
        <p:spPr>
          <a:xfrm>
            <a:off x="5485813" y="3793855"/>
            <a:ext cx="1290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 panose="020B0502040204020203" pitchFamily="34" charset="0"/>
              </a:rPr>
              <a:t>App Region A</a:t>
            </a:r>
          </a:p>
        </p:txBody>
      </p:sp>
      <p:pic>
        <p:nvPicPr>
          <p:cNvPr id="141" name="Picture 2" descr="App Services logo">
            <a:extLst>
              <a:ext uri="{FF2B5EF4-FFF2-40B4-BE49-F238E27FC236}">
                <a16:creationId xmlns:a16="http://schemas.microsoft.com/office/drawing/2014/main" id="{E71C2B28-6EE9-9455-891A-0667B9B85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559114" y="3297932"/>
            <a:ext cx="486764" cy="486764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2F2D68A3-97C6-AF25-7D5A-BB2C05BDAD3B}"/>
              </a:ext>
            </a:extLst>
          </p:cNvPr>
          <p:cNvSpPr txBox="1"/>
          <p:nvPr/>
        </p:nvSpPr>
        <p:spPr>
          <a:xfrm>
            <a:off x="7157374" y="3793855"/>
            <a:ext cx="1290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 panose="020B0502040204020203" pitchFamily="34" charset="0"/>
              </a:rPr>
              <a:t>App Region B</a:t>
            </a:r>
          </a:p>
        </p:txBody>
      </p:sp>
      <p:pic>
        <p:nvPicPr>
          <p:cNvPr id="140" name="Picture 1" descr="App Services logo">
            <a:extLst>
              <a:ext uri="{FF2B5EF4-FFF2-40B4-BE49-F238E27FC236}">
                <a16:creationId xmlns:a16="http://schemas.microsoft.com/office/drawing/2014/main" id="{722F9133-42FB-95AE-3812-091B32D2B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226883" y="3297932"/>
            <a:ext cx="486764" cy="486764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45E4C1E-960F-7417-AFD1-103C1C34F714}"/>
              </a:ext>
            </a:extLst>
          </p:cNvPr>
          <p:cNvSpPr txBox="1"/>
          <p:nvPr/>
        </p:nvSpPr>
        <p:spPr>
          <a:xfrm>
            <a:off x="8825142" y="3793855"/>
            <a:ext cx="1290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 panose="020B0502040204020203" pitchFamily="34" charset="0"/>
              </a:rPr>
              <a:t>App Region C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48AAD15-AAEC-0494-F3A3-499674368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897612" y="2224404"/>
            <a:ext cx="572538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FAA465A-41F4-A7BF-8524-34D1AF106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23954" y="2786870"/>
            <a:ext cx="0" cy="460249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D4AE4EF-2707-810B-9BDE-FC281735D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flipH="1" flipV="1">
            <a:off x="1510442" y="4900810"/>
            <a:ext cx="1155463" cy="2679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04F1EC4-6588-0AA0-97E6-341783692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3182003" y="4900810"/>
            <a:ext cx="1151670" cy="2679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7E3EF6B-0751-BFFC-7A06-6A9926DC0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2923954" y="5161538"/>
            <a:ext cx="0" cy="194794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0E717F5C-D787-537F-0265-8D1822F65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22058" y="1577455"/>
            <a:ext cx="11947" cy="3339330"/>
          </a:xfrm>
          <a:prstGeom prst="bentConnector3">
            <a:avLst>
              <a:gd name="adj1" fmla="val 1800000"/>
            </a:avLst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0A4701-9CDF-6364-C1A9-8930D6371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4519457" y="4265022"/>
            <a:ext cx="273900" cy="0"/>
          </a:xfrm>
          <a:prstGeom prst="straightConnector1">
            <a:avLst/>
          </a:prstGeom>
          <a:ln w="19050" cap="rnd">
            <a:gradFill flip="none" rotWithShape="1">
              <a:gsLst>
                <a:gs pos="0">
                  <a:srgbClr val="F97382"/>
                </a:gs>
                <a:gs pos="32000">
                  <a:srgbClr val="A58AD4"/>
                </a:gs>
                <a:gs pos="100000">
                  <a:srgbClr val="41AFA1"/>
                </a:gs>
                <a:gs pos="68000">
                  <a:srgbClr val="46A0DE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D6B415-A3B5-D85C-08DC-D705E94FB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>
            <a:off x="4390088" y="4265022"/>
            <a:ext cx="273900" cy="0"/>
          </a:xfrm>
          <a:prstGeom prst="straightConnector1">
            <a:avLst/>
          </a:prstGeom>
          <a:ln w="19050" cap="rnd">
            <a:solidFill>
              <a:schemeClr val="tx1">
                <a:alpha val="25000"/>
              </a:schemeClr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38B4F0A-2AE7-1421-984F-956B2D9B7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2851688" y="4265022"/>
            <a:ext cx="273900" cy="0"/>
          </a:xfrm>
          <a:prstGeom prst="straightConnector1">
            <a:avLst/>
          </a:prstGeom>
          <a:ln w="19050" cap="rnd">
            <a:gradFill flip="none" rotWithShape="1">
              <a:gsLst>
                <a:gs pos="0">
                  <a:srgbClr val="F97382"/>
                </a:gs>
                <a:gs pos="32000">
                  <a:srgbClr val="A58AD4"/>
                </a:gs>
                <a:gs pos="100000">
                  <a:srgbClr val="41AFA1"/>
                </a:gs>
                <a:gs pos="68000">
                  <a:srgbClr val="46A0DE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C2E5AA3-977B-BBB3-EDC0-2A916CA61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>
            <a:off x="2722319" y="4265022"/>
            <a:ext cx="273900" cy="0"/>
          </a:xfrm>
          <a:prstGeom prst="straightConnector1">
            <a:avLst/>
          </a:prstGeom>
          <a:ln w="19050" cap="rnd">
            <a:solidFill>
              <a:schemeClr val="tx1">
                <a:alpha val="25000"/>
              </a:schemeClr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40846DD-2301-BFC6-530C-159656CD9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180127" y="4265022"/>
            <a:ext cx="273900" cy="0"/>
          </a:xfrm>
          <a:prstGeom prst="straightConnector1">
            <a:avLst/>
          </a:prstGeom>
          <a:ln w="19050" cap="rnd">
            <a:gradFill flip="none" rotWithShape="1">
              <a:gsLst>
                <a:gs pos="0">
                  <a:srgbClr val="F97382"/>
                </a:gs>
                <a:gs pos="32000">
                  <a:srgbClr val="A58AD4"/>
                </a:gs>
                <a:gs pos="100000">
                  <a:srgbClr val="41AFA1"/>
                </a:gs>
                <a:gs pos="68000">
                  <a:srgbClr val="46A0DE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EDF7BE3-0D09-F965-5FA8-6803D8222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>
            <a:off x="1050758" y="4265022"/>
            <a:ext cx="273900" cy="0"/>
          </a:xfrm>
          <a:prstGeom prst="straightConnector1">
            <a:avLst/>
          </a:prstGeom>
          <a:ln w="19050" cap="rnd">
            <a:solidFill>
              <a:schemeClr val="tx1">
                <a:alpha val="25000"/>
              </a:schemeClr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688A51-8F7D-5A8D-D2F0-9B0F3740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523098" y="3241145"/>
            <a:ext cx="1076611" cy="1359685"/>
          </a:xfrm>
          <a:prstGeom prst="roundRect">
            <a:avLst>
              <a:gd name="adj" fmla="val 22508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>
            <a:defPPr>
              <a:defRPr lang="en-US"/>
            </a:defPPr>
            <a:lvl1pPr marR="0" lvl="0" indent="0" algn="ctr" defTabSz="1427220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-50" normalizeH="0" baseline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3BA1C7-18EA-7ADB-2888-CB23DED2F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0848271" y="4078309"/>
            <a:ext cx="414250" cy="0"/>
          </a:xfrm>
          <a:prstGeom prst="straightConnector1">
            <a:avLst/>
          </a:prstGeom>
          <a:ln w="19050" cap="rnd">
            <a:gradFill flip="none" rotWithShape="1">
              <a:gsLst>
                <a:gs pos="0">
                  <a:srgbClr val="F97382"/>
                </a:gs>
                <a:gs pos="32000">
                  <a:srgbClr val="A58AD4"/>
                </a:gs>
                <a:gs pos="100000">
                  <a:srgbClr val="41AFA1"/>
                </a:gs>
                <a:gs pos="68000">
                  <a:srgbClr val="46A0DE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A62E21-E9DF-F15E-7BBC-F04A3C2B5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0848271" y="3447288"/>
            <a:ext cx="414250" cy="0"/>
          </a:xfrm>
          <a:prstGeom prst="straightConnector1">
            <a:avLst/>
          </a:prstGeom>
          <a:ln w="19050" cap="rnd">
            <a:solidFill>
              <a:schemeClr val="tx1">
                <a:alpha val="25000"/>
              </a:schemeClr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F824BD0-CEF2-9B5D-D29A-2175C67B3900}"/>
              </a:ext>
            </a:extLst>
          </p:cNvPr>
          <p:cNvSpPr txBox="1"/>
          <p:nvPr/>
        </p:nvSpPr>
        <p:spPr>
          <a:xfrm>
            <a:off x="10638704" y="3587471"/>
            <a:ext cx="8332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/>
              <a:t>Reads</a:t>
            </a:r>
            <a:endParaRPr 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A477B6-51CF-6771-F516-9167B60319AD}"/>
              </a:ext>
            </a:extLst>
          </p:cNvPr>
          <p:cNvSpPr txBox="1"/>
          <p:nvPr/>
        </p:nvSpPr>
        <p:spPr>
          <a:xfrm>
            <a:off x="10641867" y="4217986"/>
            <a:ext cx="8332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/>
              <a:t>Writes</a:t>
            </a:r>
            <a:endParaRPr lang="en-US" sz="16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D7C46F-8387-86A9-33D7-1358FE461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03513" y="1958569"/>
            <a:ext cx="613858" cy="613858"/>
          </a:xfrm>
          <a:prstGeom prst="ellipse">
            <a:avLst/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98E11B6-D70E-E6DF-DF71-1AFAE66D7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6400" y="2077347"/>
            <a:ext cx="377760" cy="377760"/>
          </a:xfrm>
          <a:prstGeom prst="rect">
            <a:avLst/>
          </a:prstGeom>
        </p:spPr>
      </p:pic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CAA802C7-9FCF-71AC-87B5-605C7382D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7598" y="4489577"/>
            <a:ext cx="4169797" cy="1200458"/>
          </a:xfrm>
          <a:prstGeom prst="roundRect">
            <a:avLst>
              <a:gd name="adj" fmla="val 19855"/>
            </a:avLst>
          </a:prstGeom>
          <a:gradFill>
            <a:gsLst>
              <a:gs pos="0">
                <a:srgbClr val="FFE8E2">
                  <a:alpha val="15000"/>
                </a:srgbClr>
              </a:gs>
              <a:gs pos="80000">
                <a:srgbClr val="ECECEA">
                  <a:alpha val="15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20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FFFFFF"/>
                  </a:gs>
                  <a:gs pos="42000">
                    <a:srgbClr val="FFFFF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Segoe UI" pitchFamily="34" charset="0"/>
            </a:endParaRPr>
          </a:p>
        </p:txBody>
      </p:sp>
      <p:pic>
        <p:nvPicPr>
          <p:cNvPr id="98" name="Picture 20" descr="Azure Cosmos DB logo">
            <a:extLst>
              <a:ext uri="{FF2B5EF4-FFF2-40B4-BE49-F238E27FC236}">
                <a16:creationId xmlns:a16="http://schemas.microsoft.com/office/drawing/2014/main" id="{4B8899F3-F51F-67DB-34A3-A67490130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72886" y="4632697"/>
            <a:ext cx="516098" cy="516098"/>
          </a:xfrm>
          <a:prstGeom prst="rect">
            <a:avLst/>
          </a:prstGeom>
        </p:spPr>
      </p:pic>
      <p:pic>
        <p:nvPicPr>
          <p:cNvPr id="99" name="Picture 21" descr="Azure Cosmos DB logo">
            <a:extLst>
              <a:ext uri="{FF2B5EF4-FFF2-40B4-BE49-F238E27FC236}">
                <a16:creationId xmlns:a16="http://schemas.microsoft.com/office/drawing/2014/main" id="{7F9F225A-8ED0-4EB8-AB19-052FEDCE6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44447" y="4635376"/>
            <a:ext cx="516098" cy="516098"/>
          </a:xfrm>
          <a:prstGeom prst="rect">
            <a:avLst/>
          </a:prstGeom>
        </p:spPr>
      </p:pic>
      <p:pic>
        <p:nvPicPr>
          <p:cNvPr id="100" name="Picture 22" descr="Azure Cosmos DB logo">
            <a:extLst>
              <a:ext uri="{FF2B5EF4-FFF2-40B4-BE49-F238E27FC236}">
                <a16:creationId xmlns:a16="http://schemas.microsoft.com/office/drawing/2014/main" id="{8E0769D6-6C97-22E6-8F2C-B2C248637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212216" y="4632697"/>
            <a:ext cx="516098" cy="516098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B5010B06-280E-C25C-8B49-9841CDE57C61}"/>
              </a:ext>
            </a:extLst>
          </p:cNvPr>
          <p:cNvSpPr txBox="1"/>
          <p:nvPr/>
        </p:nvSpPr>
        <p:spPr>
          <a:xfrm>
            <a:off x="5891347" y="5425817"/>
            <a:ext cx="3822298" cy="184666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defTabSz="914437" fontAlgn="base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SzPct val="90000"/>
              <a:buNone/>
              <a:defRPr sz="1600" b="1" cap="none" spc="0" baseline="0">
                <a:ln>
                  <a:noFill/>
                </a:ln>
                <a:gradFill>
                  <a:gsLst>
                    <a:gs pos="68966">
                      <a:srgbClr val="FFFFFF"/>
                    </a:gs>
                    <a:gs pos="8951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  <a:cs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/>
              </a:rPr>
              <a:t>active-active, per-partition </a:t>
            </a:r>
            <a:r>
              <a:rPr lang="en-US" sz="1200">
                <a:solidFill>
                  <a:schemeClr val="tx1"/>
                </a:solidFill>
                <a:latin typeface="Segoe UI Semibold" panose="020B0702040204020203" pitchFamily="34" charset="0"/>
              </a:rPr>
              <a:t>l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/>
              </a:rPr>
              <a:t>eader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/>
              </a:rPr>
              <a:t>/ coordinator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9EE5715-60F2-9020-E496-BFEA0B79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776154" y="2214340"/>
            <a:ext cx="572538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9903423-4158-395C-EB2F-FCF211FB2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02496" y="2776806"/>
            <a:ext cx="0" cy="460249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itle 6">
            <a:extLst>
              <a:ext uri="{FF2B5EF4-FFF2-40B4-BE49-F238E27FC236}">
                <a16:creationId xmlns:a16="http://schemas.microsoft.com/office/drawing/2014/main" id="{905C629F-2768-1699-01B7-6DC295C1ED14}"/>
              </a:ext>
            </a:extLst>
          </p:cNvPr>
          <p:cNvSpPr txBox="1">
            <a:spLocks/>
          </p:cNvSpPr>
          <p:nvPr/>
        </p:nvSpPr>
        <p:spPr>
          <a:xfrm>
            <a:off x="6071934" y="5841224"/>
            <a:ext cx="3449659" cy="246221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"/>
              </a:rPr>
              <a:t>Per partition automatic failover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DCAB92F-5BE2-02D5-8E72-242CE8C9F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9" idx="1"/>
            <a:endCxn id="98" idx="3"/>
          </p:cNvCxnSpPr>
          <p:nvPr/>
        </p:nvCxnSpPr>
        <p:spPr>
          <a:xfrm flipH="1" flipV="1">
            <a:off x="6388984" y="4890746"/>
            <a:ext cx="1155463" cy="2679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B74CAED-0696-234E-CF64-2D5FEA724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 flipV="1">
            <a:off x="8060545" y="4890746"/>
            <a:ext cx="1151670" cy="2679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92D1B463-FAC7-AD21-CDD5-E41145859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98" idx="2"/>
            <a:endCxn id="100" idx="2"/>
          </p:cNvCxnSpPr>
          <p:nvPr/>
        </p:nvCxnSpPr>
        <p:spPr>
          <a:xfrm rot="16200000" flipH="1">
            <a:off x="7800600" y="3479131"/>
            <a:ext cx="11947" cy="3339330"/>
          </a:xfrm>
          <a:prstGeom prst="bentConnector3">
            <a:avLst>
              <a:gd name="adj1" fmla="val 1800000"/>
            </a:avLst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90DFF53-2433-4130-1B03-8D520E349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99" idx="2"/>
          </p:cNvCxnSpPr>
          <p:nvPr/>
        </p:nvCxnSpPr>
        <p:spPr>
          <a:xfrm flipV="1">
            <a:off x="7802496" y="5151474"/>
            <a:ext cx="0" cy="194794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D3A6C988-458F-599F-ED94-AB25C5D42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00600" y="1567391"/>
            <a:ext cx="11947" cy="3339330"/>
          </a:xfrm>
          <a:prstGeom prst="bentConnector3">
            <a:avLst>
              <a:gd name="adj1" fmla="val 1800000"/>
            </a:avLst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7F91096-10DE-28D4-569B-4C7A08872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>
            <a:off x="5929300" y="4254958"/>
            <a:ext cx="273900" cy="0"/>
          </a:xfrm>
          <a:prstGeom prst="straightConnector1">
            <a:avLst/>
          </a:prstGeom>
          <a:ln w="19050" cap="rnd">
            <a:solidFill>
              <a:schemeClr val="tx1">
                <a:alpha val="25000"/>
              </a:schemeClr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4687BEC6-0C79-7620-DC19-BB01126C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82055" y="1948505"/>
            <a:ext cx="613858" cy="613858"/>
          </a:xfrm>
          <a:prstGeom prst="ellipse">
            <a:avLst/>
          </a:prstGeom>
          <a:gradFill flip="none" rotWithShape="1">
            <a:gsLst>
              <a:gs pos="68000">
                <a:srgbClr val="0A6BBA"/>
              </a:gs>
              <a:gs pos="100000">
                <a:srgbClr val="318581"/>
              </a:gs>
              <a:gs pos="0">
                <a:srgbClr val="F65567"/>
              </a:gs>
              <a:gs pos="32000">
                <a:srgbClr val="7656AD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6A056E84-8ACB-158C-F8D8-6945BBB0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4942" y="2067283"/>
            <a:ext cx="377760" cy="377760"/>
          </a:xfrm>
          <a:prstGeom prst="rect">
            <a:avLst/>
          </a:prstGeom>
        </p:spPr>
      </p:pic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0E2C46AA-9AD6-5E5B-46F7-BF1A5E8B4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6200000" flipH="1">
            <a:off x="7758845" y="2572991"/>
            <a:ext cx="11263" cy="3137813"/>
          </a:xfrm>
          <a:prstGeom prst="bentConnector3">
            <a:avLst>
              <a:gd name="adj1" fmla="val 1800000"/>
            </a:avLst>
          </a:prstGeom>
          <a:ln w="19050" cap="rnd">
            <a:gradFill flip="none" rotWithShape="1">
              <a:gsLst>
                <a:gs pos="0">
                  <a:srgbClr val="F97382"/>
                </a:gs>
                <a:gs pos="32000">
                  <a:srgbClr val="A58AD4"/>
                </a:gs>
                <a:gs pos="100000">
                  <a:srgbClr val="41AFA1"/>
                </a:gs>
                <a:gs pos="68000">
                  <a:srgbClr val="46A0DE"/>
                </a:gs>
              </a:gsLst>
              <a:path path="circle">
                <a:fillToRect l="100000" t="100000"/>
              </a:path>
              <a:tileRect r="-100000" b="-100000"/>
            </a:gra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2FFABB6-132A-51C8-7861-E2D924D5D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589716" y="4078309"/>
            <a:ext cx="433714" cy="368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uk-UA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ED79591-4459-3391-1D7F-D5BD45F2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7732770" y="4265022"/>
            <a:ext cx="273900" cy="0"/>
          </a:xfrm>
          <a:prstGeom prst="straightConnector1">
            <a:avLst/>
          </a:prstGeom>
          <a:ln w="19050" cap="rnd">
            <a:gradFill flip="none" rotWithShape="1">
              <a:gsLst>
                <a:gs pos="0">
                  <a:srgbClr val="F97382"/>
                </a:gs>
                <a:gs pos="32000">
                  <a:srgbClr val="A58AD4"/>
                </a:gs>
                <a:gs pos="100000">
                  <a:srgbClr val="41AFA1"/>
                </a:gs>
                <a:gs pos="68000">
                  <a:srgbClr val="46A0DE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21D864A-1573-4127-3B20-31968AC3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>
            <a:off x="7600861" y="4254958"/>
            <a:ext cx="273900" cy="0"/>
          </a:xfrm>
          <a:prstGeom prst="straightConnector1">
            <a:avLst/>
          </a:prstGeom>
          <a:ln w="19050" cap="rnd">
            <a:solidFill>
              <a:schemeClr val="tx1">
                <a:alpha val="25000"/>
              </a:schemeClr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4CCCDFE-AD1F-F593-02CC-40376AFE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>
            <a:off x="9345630" y="4254958"/>
            <a:ext cx="273900" cy="0"/>
          </a:xfrm>
          <a:prstGeom prst="straightConnector1">
            <a:avLst/>
          </a:prstGeom>
          <a:ln w="19050" cap="rnd">
            <a:solidFill>
              <a:schemeClr val="tx1">
                <a:alpha val="25000"/>
              </a:schemeClr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5774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375E-6 0.03889 L -4.375E-6 -1.11111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54167E-6 0.03889 L -3.54167E-6 -1.11111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5E-6 0.03889 L -2.5E-6 -1.11111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1.11111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0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2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0.03889 L -2.91667E-6 -4.44444E-6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75E-6 0.03889 L -3.75E-6 3.33333E-6 " pathEditMode="relative" rAng="0" ptsTypes="AA">
                                      <p:cBhvr>
                                        <p:cTn id="1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125E-6 0.03889 L -3.125E-6 -2.22222E-6 " pathEditMode="relative" rAng="0" ptsTypes="AA">
                                      <p:cBhvr>
                                        <p:cTn id="16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58333E-6 0.03889 L -4.58333E-6 -2.22222E-6 " pathEditMode="relative" rAng="0" ptsTypes="AA">
                                      <p:cBhvr>
                                        <p:cTn id="17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9 L -3.95833E-6 3.7037E-7 " pathEditMode="relative" rAng="0" ptsTypes="AA">
                                      <p:cBhvr>
                                        <p:cTn id="17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58333E-6 0.03889 L -4.58333E-6 -2.96296E-6 " pathEditMode="relative" rAng="0" ptsTypes="AA">
                                      <p:cBhvr>
                                        <p:cTn id="18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8 L -3.95833E-6 4.07407E-6 " pathEditMode="relative" rAng="0" ptsTypes="AA">
                                      <p:cBhvr>
                                        <p:cTn id="18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0833E-6 0.03889 L -2.70833E-6 -2.96296E-6 " pathEditMode="relative" rAng="0" ptsTypes="AA">
                                      <p:cBhvr>
                                        <p:cTn id="19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9 L -3.95833E-6 -2.22222E-6 " pathEditMode="relative" rAng="0" ptsTypes="AA">
                                      <p:cBhvr>
                                        <p:cTn id="19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0833E-6 0.03889 L -2.70833E-6 -2.22222E-6 " pathEditMode="relative" rAng="0" ptsTypes="AA">
                                      <p:cBhvr>
                                        <p:cTn id="20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9 L -3.95833E-6 3.7037E-7 " pathEditMode="relative" rAng="0" ptsTypes="AA">
                                      <p:cBhvr>
                                        <p:cTn id="20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33333E-6 0.03889 L 3.33333E-6 3.33333E-6 " pathEditMode="relative" rAng="0" ptsTypes="AA">
                                      <p:cBhvr>
                                        <p:cTn id="21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8 L -3.95833E-6 4.07407E-6 " pathEditMode="relative" rAng="0" ptsTypes="AA">
                                      <p:cBhvr>
                                        <p:cTn id="21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125E-6 0.03888 L -3.125E-6 4.07407E-6 " pathEditMode="relative" rAng="0" ptsTypes="AA">
                                      <p:cBhvr>
                                        <p:cTn id="22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16667E-6 0.03889 L -4.16667E-6 -4.44444E-6 " pathEditMode="relative" rAng="0" ptsTypes="AA">
                                      <p:cBhvr>
                                        <p:cTn id="22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33333E-6 0.03889 L -3.33333E-6 -4.44444E-6 " pathEditMode="relative" rAng="0" ptsTypes="AA">
                                      <p:cBhvr>
                                        <p:cTn id="23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375E-6 0.03889 L -4.375E-6 -4.44444E-6 " pathEditMode="relative" rAng="0" ptsTypes="AA">
                                      <p:cBhvr>
                                        <p:cTn id="23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9 L -3.95833E-6 2.22222E-6 " pathEditMode="relative" rAng="0" ptsTypes="AA">
                                      <p:cBhvr>
                                        <p:cTn id="24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375E-6 0.03889 L -4.375E-6 -7.40741E-7 " pathEditMode="relative" rAng="0" ptsTypes="AA">
                                      <p:cBhvr>
                                        <p:cTn id="24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95833E-6 0.03889 L 3.95833E-6 -3.7037E-7 " pathEditMode="relative" rAng="0" ptsTypes="AA">
                                      <p:cBhvr>
                                        <p:cTn id="25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9 L -3.95833E-6 -4.07407E-6 " pathEditMode="relative" rAng="0" ptsTypes="AA">
                                      <p:cBhvr>
                                        <p:cTn id="25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125E-6 0.03889 L -3.125E-6 -4.44444E-6 " pathEditMode="relative" rAng="0" ptsTypes="AA">
                                      <p:cBhvr>
                                        <p:cTn id="264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66667E-6 0.03889 L 1.66667E-6 -3.7037E-6 " pathEditMode="relative" rAng="0" ptsTypes="AA">
                                      <p:cBhvr>
                                        <p:cTn id="26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8.33333E-7 0.03888 L 8.33333E-7 4.81481E-6 " pathEditMode="relative" rAng="0" ptsTypes="AA">
                                      <p:cBhvr>
                                        <p:cTn id="27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0833E-6 0.03889 L -2.70833E-6 -3.7037E-6 " pathEditMode="relative" rAng="0" ptsTypes="AA">
                                      <p:cBhvr>
                                        <p:cTn id="27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9 L -3.95833E-6 -3.7037E-6 " pathEditMode="relative" rAng="0" ptsTypes="AA">
                                      <p:cBhvr>
                                        <p:cTn id="28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58333E-6 0.03889 L -4.58333E-6 -3.7037E-6 " pathEditMode="relative" rAng="0" ptsTypes="AA">
                                      <p:cBhvr>
                                        <p:cTn id="28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95833E-6 0.03889 L -3.95833E-6 3.7037E-6 " pathEditMode="relative" rAng="0" ptsTypes="AA">
                                      <p:cBhvr>
                                        <p:cTn id="29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2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04167E-6 0.03888 L 1.04167E-6 4.81481E-6 " pathEditMode="relative" rAng="0" ptsTypes="AA">
                                      <p:cBhvr>
                                        <p:cTn id="29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375E-6 0.03889 L -4.375E-6 2.22222E-6 " pathEditMode="relative" rAng="0" ptsTypes="AA">
                                      <p:cBhvr>
                                        <p:cTn id="30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0833E-6 0.03889 L -2.70833E-6 -7.40741E-7 " pathEditMode="relative" rAng="0" ptsTypes="AA">
                                      <p:cBhvr>
                                        <p:cTn id="30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58333E-6 0.03889 L 4.58333E-6 -3.7037E-7 " pathEditMode="relative" rAng="0" ptsTypes="AA">
                                      <p:cBhvr>
                                        <p:cTn id="31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375E-6 0.03889 L -4.375E-6 -3.7037E-7 " pathEditMode="relative" rAng="0" ptsTypes="AA">
                                      <p:cBhvr>
                                        <p:cTn id="31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5" grpId="0" animBg="1"/>
      <p:bldP spid="55" grpId="1" animBg="1"/>
      <p:bldP spid="48" grpId="0" animBg="1"/>
      <p:bldP spid="48" grpId="1" animBg="1"/>
      <p:bldP spid="30" grpId="0"/>
      <p:bldP spid="30" grpId="1"/>
      <p:bldP spid="5" grpId="0"/>
      <p:bldP spid="5" grpId="1"/>
      <p:bldP spid="24" grpId="0"/>
      <p:bldP spid="24" grpId="1"/>
      <p:bldP spid="25" grpId="0"/>
      <p:bldP spid="25" grpId="1"/>
      <p:bldP spid="13" grpId="0" animBg="1"/>
      <p:bldP spid="13" grpId="1" animBg="1"/>
      <p:bldP spid="50" grpId="0"/>
      <p:bldP spid="50" grpId="1"/>
      <p:bldP spid="88" grpId="0"/>
      <p:bldP spid="88" grpId="1"/>
      <p:bldP spid="95" grpId="0" animBg="1"/>
      <p:bldP spid="95" grpId="1" animBg="1"/>
      <p:bldP spid="136" grpId="0" animBg="1"/>
      <p:bldP spid="136" grpId="1" animBg="1"/>
      <p:bldP spid="143" grpId="0"/>
      <p:bldP spid="143" grpId="1"/>
      <p:bldP spid="96" grpId="0"/>
      <p:bldP spid="96" grpId="1"/>
      <p:bldP spid="101" grpId="0"/>
      <p:bldP spid="101" grpId="1"/>
      <p:bldP spid="102" grpId="0"/>
      <p:bldP spid="102" grpId="1"/>
      <p:bldP spid="15" grpId="0" animBg="1"/>
      <p:bldP spid="15" grpId="1" animBg="1"/>
      <p:bldP spid="35" grpId="0"/>
      <p:bldP spid="35" grpId="1"/>
      <p:bldP spid="37" grpId="0"/>
      <p:bldP spid="37" grpId="1"/>
      <p:bldP spid="18" grpId="0" animBg="1"/>
      <p:bldP spid="18" grpId="1" animBg="1"/>
      <p:bldP spid="97" grpId="0" animBg="1"/>
      <p:bldP spid="97" grpId="1" animBg="1"/>
      <p:bldP spid="105" grpId="0"/>
      <p:bldP spid="105" grpId="1"/>
      <p:bldP spid="108" grpId="0"/>
      <p:bldP spid="108" grpId="1"/>
      <p:bldP spid="138" grpId="0" animBg="1"/>
      <p:bldP spid="138" grpId="1" animBg="1"/>
      <p:bldP spid="146" grpId="0" animBg="1"/>
      <p:bldP spid="14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ACD98E70-CC99-C74E-CADF-4D1A4E561E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4155636"/>
                  </p:ext>
                </p:extLst>
              </p:nvPr>
            </p:nvGraphicFramePr>
            <p:xfrm>
              <a:off x="3268253" y="1082659"/>
              <a:ext cx="5655493" cy="80128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655493" cy="801283"/>
                    </a:xfrm>
                    <a:prstGeom prst="rect">
                      <a:avLst/>
                    </a:prstGeom>
                  </am3d:spPr>
                  <am3d:camera>
                    <am3d:pos x="0" y="0" z="496086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0197" d="1000000"/>
                    <am3d:preTrans dx="4381408" dy="-68193" dz="73726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708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Theme 1 - 3D announcement bug second shortest">
                <a:extLst>
                  <a:ext uri="{FF2B5EF4-FFF2-40B4-BE49-F238E27FC236}">
                    <a16:creationId xmlns:a16="http://schemas.microsoft.com/office/drawing/2014/main" id="{ACD98E70-CC99-C74E-CADF-4D1A4E561E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8253" y="1082659"/>
                <a:ext cx="5655493" cy="80128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F97F958-0939-BFE4-D45D-7188C64730AC}"/>
              </a:ext>
            </a:extLst>
          </p:cNvPr>
          <p:cNvSpPr txBox="1"/>
          <p:nvPr/>
        </p:nvSpPr>
        <p:spPr>
          <a:xfrm>
            <a:off x="4486275" y="1233237"/>
            <a:ext cx="3219450" cy="500129"/>
          </a:xfrm>
          <a:prstGeom prst="roundRect">
            <a:avLst>
              <a:gd name="adj" fmla="val 28094"/>
            </a:avLst>
          </a:prstGeom>
          <a:noFill/>
        </p:spPr>
        <p:txBody>
          <a:bodyPr wrap="square" lIns="183696" tIns="36739" rIns="183696" bIns="73479" rtlCol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rPr>
              <a:t>Generally available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CD3DC-BFFB-522E-CFFF-3DD3FAB87343}"/>
              </a:ext>
            </a:extLst>
          </p:cNvPr>
          <p:cNvSpPr txBox="1"/>
          <p:nvPr/>
        </p:nvSpPr>
        <p:spPr>
          <a:xfrm>
            <a:off x="1564639" y="4303462"/>
            <a:ext cx="2483089" cy="13080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2275850">
              <a:defRPr sz="48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defRPr>
            </a:lvl1pPr>
          </a:lstStyle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Zero </a:t>
            </a:r>
            <a:b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Downtime</a:t>
            </a:r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Segoe UI" panose="020B0502040204020203" pitchFamily="34" charset="0"/>
              </a:rPr>
              <a:t>with 5’9s SLA for all consistency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AC5073-8681-2B88-747D-CA1557A7CFA2}"/>
              </a:ext>
            </a:extLst>
          </p:cNvPr>
          <p:cNvSpPr txBox="1"/>
          <p:nvPr/>
        </p:nvSpPr>
        <p:spPr>
          <a:xfrm>
            <a:off x="4609679" y="4282092"/>
            <a:ext cx="3094198" cy="109260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Zero </a:t>
            </a:r>
            <a:b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</a:b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Data Loss</a:t>
            </a: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  <a:t>with strong consistency SLA</a:t>
            </a:r>
          </a:p>
        </p:txBody>
      </p:sp>
      <p:cxnSp>
        <p:nvCxnSpPr>
          <p:cNvPr id="13" name="!!Straight Connector 49">
            <a:extLst>
              <a:ext uri="{FF2B5EF4-FFF2-40B4-BE49-F238E27FC236}">
                <a16:creationId xmlns:a16="http://schemas.microsoft.com/office/drawing/2014/main" id="{B641E336-31A0-4D61-F8D3-45A463959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96319" y="4494308"/>
            <a:ext cx="0" cy="976743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DE5ADA-8567-A829-662C-A924C57A3346}"/>
              </a:ext>
            </a:extLst>
          </p:cNvPr>
          <p:cNvSpPr txBox="1"/>
          <p:nvPr/>
        </p:nvSpPr>
        <p:spPr>
          <a:xfrm>
            <a:off x="8191504" y="4288073"/>
            <a:ext cx="3094195" cy="13080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Zero </a:t>
            </a:r>
            <a:b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</a:b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Touch</a:t>
            </a: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  <a:t>with per-partition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  <a:t>automatic failover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3A8191B8-0BCB-AA75-9EF7-E3CA2A20518C}"/>
              </a:ext>
            </a:extLst>
          </p:cNvPr>
          <p:cNvSpPr txBox="1">
            <a:spLocks/>
          </p:cNvSpPr>
          <p:nvPr/>
        </p:nvSpPr>
        <p:spPr>
          <a:xfrm>
            <a:off x="587375" y="2569927"/>
            <a:ext cx="11017250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n-US" sz="4400"/>
              <a:t>Per partition automatic failover</a:t>
            </a:r>
          </a:p>
        </p:txBody>
      </p:sp>
      <p:cxnSp>
        <p:nvCxnSpPr>
          <p:cNvPr id="2" name="!!Straight Connector 49">
            <a:extLst>
              <a:ext uri="{FF2B5EF4-FFF2-40B4-BE49-F238E27FC236}">
                <a16:creationId xmlns:a16="http://schemas.microsoft.com/office/drawing/2014/main" id="{F343E4B8-A0A6-039E-1131-9EFA90A0F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86275" y="4513236"/>
            <a:ext cx="0" cy="976743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187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7" presetClass="emph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111E-6 L 3.75E-6 0.01967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1.66667E-6 0.01967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81481E-6 L 2.08333E-6 0.01967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2.08333E-6 0.01968 " pathEditMode="relative" rAng="0" ptsTypes="AA">
                                      <p:cBhvr>
                                        <p:cTn id="34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33333E-6 L 1.25E-6 0.01967 " pathEditMode="relative" rAng="0" ptsTypes="AA">
                                      <p:cBhvr>
                                        <p:cTn id="36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0" grpId="1"/>
      <p:bldP spid="12" grpId="0"/>
      <p:bldP spid="12" grpId="1"/>
      <p:bldP spid="14" grpId="0"/>
      <p:bldP spid="14" grpId="1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94A2-5E70-0A63-EE75-7B4BEB85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happens when one write fails?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18DCB-DFEA-8A43-1AD4-21C10843D244}"/>
              </a:ext>
            </a:extLst>
          </p:cNvPr>
          <p:cNvSpPr txBox="1"/>
          <p:nvPr/>
        </p:nvSpPr>
        <p:spPr>
          <a:xfrm>
            <a:off x="5177027" y="1859910"/>
            <a:ext cx="181965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>
                <a:latin typeface="Segoe UI Semibold" panose="020B0702040204020203" pitchFamily="34" charset="0"/>
                <a:cs typeface="Segoe UI"/>
              </a:rPr>
              <a:t>”Book it”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BFEE25-389E-F174-B1C2-499E2B7A2CE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86855" y="2229242"/>
            <a:ext cx="1" cy="1218046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BD49A45E-B49F-0F09-6E27-C24310133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1386" y="5009672"/>
            <a:ext cx="630936" cy="630936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5EFC0DB7-9580-6336-D3DA-B513C43357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5333" y="5005100"/>
            <a:ext cx="635508" cy="635508"/>
          </a:xfrm>
          <a:prstGeom prst="rect">
            <a:avLst/>
          </a:prstGeom>
        </p:spPr>
      </p:pic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AC808EE3-0F2A-CC43-DFB5-995DBD54A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2867" y="5005100"/>
            <a:ext cx="635508" cy="63550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EFDC6B-8A81-4A21-2580-3C6B560BA19A}"/>
              </a:ext>
            </a:extLst>
          </p:cNvPr>
          <p:cNvCxnSpPr>
            <a:cxnSpLocks/>
          </p:cNvCxnSpPr>
          <p:nvPr/>
        </p:nvCxnSpPr>
        <p:spPr>
          <a:xfrm>
            <a:off x="4133088" y="2838265"/>
            <a:ext cx="1" cy="60902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D7826D-4716-F305-B852-13FF89F7AEF9}"/>
              </a:ext>
            </a:extLst>
          </p:cNvPr>
          <p:cNvCxnSpPr/>
          <p:nvPr/>
        </p:nvCxnSpPr>
        <p:spPr>
          <a:xfrm>
            <a:off x="8040622" y="2838265"/>
            <a:ext cx="1" cy="60902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1CF359A-A799-1883-1D86-28E2FFC791E7}"/>
              </a:ext>
            </a:extLst>
          </p:cNvPr>
          <p:cNvCxnSpPr/>
          <p:nvPr/>
        </p:nvCxnSpPr>
        <p:spPr>
          <a:xfrm>
            <a:off x="4133088" y="2838265"/>
            <a:ext cx="3907534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E4DAA6-10FC-CB11-A5D0-24936FECE7D5}"/>
              </a:ext>
            </a:extLst>
          </p:cNvPr>
          <p:cNvSpPr/>
          <p:nvPr/>
        </p:nvSpPr>
        <p:spPr bwMode="auto">
          <a:xfrm>
            <a:off x="3290786" y="3447287"/>
            <a:ext cx="1684603" cy="15843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Trips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status = booked</a:t>
            </a:r>
          </a:p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A04533-7699-E59A-E48D-61146E30B39F}"/>
              </a:ext>
            </a:extLst>
          </p:cNvPr>
          <p:cNvSpPr/>
          <p:nvPr/>
        </p:nvSpPr>
        <p:spPr bwMode="auto">
          <a:xfrm>
            <a:off x="5253698" y="3447287"/>
            <a:ext cx="1684603" cy="15843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Memories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“Booked Paris”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1C6335-648B-DE55-019A-6CB096C264F5}"/>
              </a:ext>
            </a:extLst>
          </p:cNvPr>
          <p:cNvSpPr/>
          <p:nvPr/>
        </p:nvSpPr>
        <p:spPr bwMode="auto">
          <a:xfrm>
            <a:off x="7198320" y="3447287"/>
            <a:ext cx="1684603" cy="15843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ApiEvents</a:t>
            </a: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Booking event</a:t>
            </a:r>
          </a:p>
        </p:txBody>
      </p:sp>
    </p:spTree>
    <p:extLst>
      <p:ext uri="{BB962C8B-B14F-4D97-AF65-F5344CB8AC3E}">
        <p14:creationId xmlns:p14="http://schemas.microsoft.com/office/powerpoint/2010/main" val="12064217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C2B1-BB89-007C-AD8A-8FF8A2CB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!!Straight Connector 49">
            <a:extLst>
              <a:ext uri="{FF2B5EF4-FFF2-40B4-BE49-F238E27FC236}">
                <a16:creationId xmlns:a16="http://schemas.microsoft.com/office/drawing/2014/main" id="{7DE3B8CD-51B0-1AEC-2E2A-E965B7C64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59151" y="4227704"/>
            <a:ext cx="0" cy="887948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raight Connector 49">
            <a:extLst>
              <a:ext uri="{FF2B5EF4-FFF2-40B4-BE49-F238E27FC236}">
                <a16:creationId xmlns:a16="http://schemas.microsoft.com/office/drawing/2014/main" id="{8F7C5AE0-3427-CCE3-B905-AC824F2A4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50340" y="4227704"/>
            <a:ext cx="0" cy="887948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9C8EFF22-B3FA-85DC-9B29-6E6FF3E10543}"/>
              </a:ext>
            </a:extLst>
          </p:cNvPr>
          <p:cNvSpPr txBox="1">
            <a:spLocks/>
          </p:cNvSpPr>
          <p:nvPr/>
        </p:nvSpPr>
        <p:spPr>
          <a:xfrm>
            <a:off x="587375" y="2583811"/>
            <a:ext cx="11017250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n-US" sz="4400"/>
              <a:t>Distributed transactions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Theme 1 - 3D announcement bug second shortest">
                <a:extLst>
                  <a:ext uri="{FF2B5EF4-FFF2-40B4-BE49-F238E27FC236}">
                    <a16:creationId xmlns:a16="http://schemas.microsoft.com/office/drawing/2014/main" id="{1FD99A17-09DC-CBA3-7E03-221A3175985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8253" y="1062211"/>
              <a:ext cx="5655493" cy="80128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655493" cy="801283"/>
                    </a:xfrm>
                    <a:prstGeom prst="rect">
                      <a:avLst/>
                    </a:prstGeom>
                  </am3d:spPr>
                  <am3d:camera>
                    <am3d:pos x="0" y="0" z="496086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0197" d="1000000"/>
                    <am3d:preTrans dx="4381408" dy="-68193" dz="73726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708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Theme 1 - 3D announcement bug second shortest">
                <a:extLst>
                  <a:ext uri="{FF2B5EF4-FFF2-40B4-BE49-F238E27FC236}">
                    <a16:creationId xmlns:a16="http://schemas.microsoft.com/office/drawing/2014/main" id="{1FD99A17-09DC-CBA3-7E03-221A317598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68253" y="1062211"/>
                <a:ext cx="5655493" cy="80128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A78008B-B70F-D50A-1F25-8F4D5E33E543}"/>
              </a:ext>
            </a:extLst>
          </p:cNvPr>
          <p:cNvSpPr txBox="1"/>
          <p:nvPr/>
        </p:nvSpPr>
        <p:spPr>
          <a:xfrm>
            <a:off x="4486275" y="1212789"/>
            <a:ext cx="3219450" cy="500129"/>
          </a:xfrm>
          <a:prstGeom prst="roundRect">
            <a:avLst>
              <a:gd name="adj" fmla="val 28094"/>
            </a:avLst>
          </a:prstGeom>
          <a:noFill/>
        </p:spPr>
        <p:txBody>
          <a:bodyPr wrap="square" lIns="183696" tIns="36739" rIns="183696" bIns="73479" rtlCol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rPr>
              <a:t>Public preview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D11ED-8EC0-53AF-C74E-BF5854CFAE68}"/>
              </a:ext>
            </a:extLst>
          </p:cNvPr>
          <p:cNvSpPr txBox="1"/>
          <p:nvPr/>
        </p:nvSpPr>
        <p:spPr>
          <a:xfrm>
            <a:off x="1446457" y="4274189"/>
            <a:ext cx="2483089" cy="109260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2275850">
              <a:defRPr sz="48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defRPr>
            </a:lvl1pPr>
          </a:lstStyle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Atomic</a:t>
            </a:r>
            <a:r>
              <a:rPr kumimoji="0" lang="en-US" sz="26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execution</a:t>
            </a:r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chemeClr val="tx1"/>
                </a:solidFill>
                <a:cs typeface="Segoe UI" panose="020B0502040204020203" pitchFamily="34" charset="0"/>
              </a:rPr>
              <a:t>All-or-nothing across items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4EC62-3450-0FB5-B8AA-7F06458CF9F1}"/>
              </a:ext>
            </a:extLst>
          </p:cNvPr>
          <p:cNvSpPr txBox="1"/>
          <p:nvPr/>
        </p:nvSpPr>
        <p:spPr>
          <a:xfrm>
            <a:off x="4433215" y="4274189"/>
            <a:ext cx="3094198" cy="109260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Consistent operations</a:t>
            </a: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latin typeface="Segoe UI Variable Display Semib" pitchFamily="2" charset="0"/>
                <a:cs typeface="Segoe UI" panose="020B0502040204020203" pitchFamily="34" charset="0"/>
              </a:rPr>
              <a:t>No partial updates on failure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E09341-92F3-3D5D-96F2-A9924D1F3D1C}"/>
              </a:ext>
            </a:extLst>
          </p:cNvPr>
          <p:cNvSpPr txBox="1"/>
          <p:nvPr/>
        </p:nvSpPr>
        <p:spPr>
          <a:xfrm>
            <a:off x="8031082" y="4274189"/>
            <a:ext cx="3094195" cy="109260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Simplified</a:t>
            </a:r>
            <a:r>
              <a:rPr kumimoji="0" lang="en-US" sz="2600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 application model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</a:endParaRP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latin typeface="Segoe UI Variable Display Semib" pitchFamily="2" charset="0"/>
                <a:cs typeface="Segoe UI" panose="020B0502040204020203" pitchFamily="34" charset="0"/>
              </a:rPr>
              <a:t>Reduce need for custom coordination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969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4.16667E-6 0.0196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48148E-6 L -3.95833E-6 0.01967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7" presetClass="emph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-2.70833E-6 0.01967 " pathEditMode="relative" rAng="0" ptsTypes="AA">
                                      <p:cBhvr>
                                        <p:cTn id="32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22222E-6 L -4.79167E-6 0.01967 " pathEditMode="relative" rAng="0" ptsTypes="AA">
                                      <p:cBhvr>
                                        <p:cTn id="37" dur="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22222E-6 L 3.125E-6 0.01967 " pathEditMode="relative" rAng="0" ptsTypes="AA">
                                      <p:cBhvr>
                                        <p:cTn id="42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7" grpId="0"/>
      <p:bldP spid="7" grpId="1"/>
      <p:bldP spid="9" grpId="0"/>
      <p:bldP spid="9" grpId="1"/>
      <p:bldP spid="15" grpId="0"/>
      <p:bldP spid="15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5135-A5C0-60D1-28D1-DE1A0DA9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BC08E1FC-745C-2263-2A6D-692FFCC3A54A}"/>
              </a:ext>
            </a:extLst>
          </p:cNvPr>
          <p:cNvSpPr/>
          <p:nvPr/>
        </p:nvSpPr>
        <p:spPr bwMode="auto">
          <a:xfrm>
            <a:off x="1098037" y="1749286"/>
            <a:ext cx="9995926" cy="427098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43DEE-95E5-3E90-E1A9-F0BEFBB7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algn="ctr"/>
            <a:r>
              <a:rPr lang="en-US"/>
              <a:t>Reduce failure modes with integrated embeddings</a:t>
            </a: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C118022F-555D-0805-E7F4-6C3F51C1E62D}"/>
              </a:ext>
            </a:extLst>
          </p:cNvPr>
          <p:cNvSpPr txBox="1"/>
          <p:nvPr/>
        </p:nvSpPr>
        <p:spPr>
          <a:xfrm>
            <a:off x="8092707" y="4708443"/>
            <a:ext cx="994887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75">
              <a:defRPr/>
            </a:pPr>
            <a:r>
              <a:rPr lang="en-US" sz="1350">
                <a:solidFill>
                  <a:schemeClr val="tx1"/>
                </a:solidFill>
                <a:latin typeface="Segoe UI Semibold"/>
              </a:rPr>
              <a:t>Databases and Indexes</a:t>
            </a:r>
          </a:p>
        </p:txBody>
      </p:sp>
      <p:pic>
        <p:nvPicPr>
          <p:cNvPr id="50" name="Picture 49" descr="Retrieval Augmented Generation with Huggingface Transformers and Ray">
            <a:extLst>
              <a:ext uri="{FF2B5EF4-FFF2-40B4-BE49-F238E27FC236}">
                <a16:creationId xmlns:a16="http://schemas.microsoft.com/office/drawing/2014/main" id="{B3CE95CA-A282-A475-453A-F1BEBC11C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370" y="3943214"/>
            <a:ext cx="874564" cy="8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17">
            <a:extLst>
              <a:ext uri="{FF2B5EF4-FFF2-40B4-BE49-F238E27FC236}">
                <a16:creationId xmlns:a16="http://schemas.microsoft.com/office/drawing/2014/main" id="{A148D5F2-ED75-C27A-6564-F118B489E068}"/>
              </a:ext>
            </a:extLst>
          </p:cNvPr>
          <p:cNvSpPr txBox="1"/>
          <p:nvPr/>
        </p:nvSpPr>
        <p:spPr>
          <a:xfrm>
            <a:off x="3866210" y="4812318"/>
            <a:ext cx="2068096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75">
              <a:defRPr/>
            </a:pPr>
            <a:r>
              <a:rPr lang="en-US" sz="1350">
                <a:solidFill>
                  <a:schemeClr val="tx1"/>
                </a:solidFill>
                <a:latin typeface="Segoe UI Semibold"/>
              </a:rPr>
              <a:t>Application</a:t>
            </a:r>
          </a:p>
        </p:txBody>
      </p:sp>
      <p:sp>
        <p:nvSpPr>
          <p:cNvPr id="52" name="TextBox 18">
            <a:extLst>
              <a:ext uri="{FF2B5EF4-FFF2-40B4-BE49-F238E27FC236}">
                <a16:creationId xmlns:a16="http://schemas.microsoft.com/office/drawing/2014/main" id="{2081323B-48BC-6506-70BE-A7B92D46E04B}"/>
              </a:ext>
            </a:extLst>
          </p:cNvPr>
          <p:cNvSpPr txBox="1"/>
          <p:nvPr/>
        </p:nvSpPr>
        <p:spPr>
          <a:xfrm>
            <a:off x="9465617" y="4079130"/>
            <a:ext cx="98923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75">
              <a:defRPr/>
            </a:pPr>
            <a:r>
              <a:rPr lang="en-US" sz="1050">
                <a:solidFill>
                  <a:schemeClr val="tx1"/>
                </a:solidFill>
                <a:latin typeface="Segoe UI Semibold"/>
              </a:rPr>
              <a:t>Vectors and Embeddings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8CF6D50-AFE0-08AF-AB00-6194E3F8CE25}"/>
              </a:ext>
            </a:extLst>
          </p:cNvPr>
          <p:cNvCxnSpPr>
            <a:cxnSpLocks/>
          </p:cNvCxnSpPr>
          <p:nvPr/>
        </p:nvCxnSpPr>
        <p:spPr>
          <a:xfrm>
            <a:off x="2673592" y="4380496"/>
            <a:ext cx="1784684" cy="0"/>
          </a:xfrm>
          <a:prstGeom prst="straightConnector1">
            <a:avLst/>
          </a:prstGeom>
          <a:ln w="19050" cap="flat" cmpd="sng" algn="ctr">
            <a:solidFill>
              <a:schemeClr val="tx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TextBox 11">
            <a:extLst>
              <a:ext uri="{FF2B5EF4-FFF2-40B4-BE49-F238E27FC236}">
                <a16:creationId xmlns:a16="http://schemas.microsoft.com/office/drawing/2014/main" id="{91B61D88-CE67-6FB8-5DB9-A792A1C80E55}"/>
              </a:ext>
            </a:extLst>
          </p:cNvPr>
          <p:cNvSpPr txBox="1"/>
          <p:nvPr/>
        </p:nvSpPr>
        <p:spPr>
          <a:xfrm>
            <a:off x="3301439" y="4159470"/>
            <a:ext cx="528991" cy="161583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050">
                <a:latin typeface="Segoe Script" panose="030B0504020000000003" pitchFamily="66" charset="0"/>
                <a:cs typeface="Dreaming Outloud Script Pro" panose="020F0502020204030204" pitchFamily="66" charset="0"/>
              </a:rPr>
              <a:t>Prompt</a:t>
            </a:r>
          </a:p>
        </p:txBody>
      </p:sp>
      <p:sp>
        <p:nvSpPr>
          <p:cNvPr id="57" name="TextBox 13">
            <a:extLst>
              <a:ext uri="{FF2B5EF4-FFF2-40B4-BE49-F238E27FC236}">
                <a16:creationId xmlns:a16="http://schemas.microsoft.com/office/drawing/2014/main" id="{02A0B42A-2DDA-9EE2-8B70-3EFEB0461D01}"/>
              </a:ext>
            </a:extLst>
          </p:cNvPr>
          <p:cNvSpPr txBox="1"/>
          <p:nvPr/>
        </p:nvSpPr>
        <p:spPr>
          <a:xfrm>
            <a:off x="1877882" y="4817998"/>
            <a:ext cx="781575" cy="623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350">
                <a:ln w="3175">
                  <a:noFill/>
                </a:ln>
                <a:latin typeface="Segoe UI Semibold"/>
                <a:cs typeface="Segoe UI Semibold"/>
              </a:rPr>
              <a:t>Natural Language Chat</a:t>
            </a:r>
            <a:endParaRPr lang="en-US" sz="1350">
              <a:latin typeface="Segoe UI Semibold"/>
            </a:endParaRPr>
          </a:p>
        </p:txBody>
      </p:sp>
      <p:pic>
        <p:nvPicPr>
          <p:cNvPr id="58" name="Picture 57" descr="Chat-Dialogue&#10; icon">
            <a:extLst>
              <a:ext uri="{FF2B5EF4-FFF2-40B4-BE49-F238E27FC236}">
                <a16:creationId xmlns:a16="http://schemas.microsoft.com/office/drawing/2014/main" id="{5F312CAA-CCE6-403B-761D-5B94E12C8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171" y="4082998"/>
            <a:ext cx="594998" cy="594998"/>
          </a:xfrm>
          <a:prstGeom prst="rect">
            <a:avLst/>
          </a:prstGeom>
        </p:spPr>
      </p:pic>
      <p:sp>
        <p:nvSpPr>
          <p:cNvPr id="59" name="TextBox 19">
            <a:extLst>
              <a:ext uri="{FF2B5EF4-FFF2-40B4-BE49-F238E27FC236}">
                <a16:creationId xmlns:a16="http://schemas.microsoft.com/office/drawing/2014/main" id="{697C4691-F8AF-C3EA-69C6-67051FA72974}"/>
              </a:ext>
            </a:extLst>
          </p:cNvPr>
          <p:cNvSpPr txBox="1"/>
          <p:nvPr/>
        </p:nvSpPr>
        <p:spPr>
          <a:xfrm>
            <a:off x="6748370" y="2857142"/>
            <a:ext cx="781575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350">
                <a:ln w="3175">
                  <a:noFill/>
                </a:ln>
                <a:latin typeface="Segoe UI Semibold"/>
                <a:cs typeface="Segoe UI Semibold"/>
              </a:rPr>
              <a:t>Azure OpenAI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D64F151-1905-E4AC-DBB0-ECE116BC17BF}"/>
              </a:ext>
            </a:extLst>
          </p:cNvPr>
          <p:cNvCxnSpPr>
            <a:cxnSpLocks/>
          </p:cNvCxnSpPr>
          <p:nvPr/>
        </p:nvCxnSpPr>
        <p:spPr>
          <a:xfrm>
            <a:off x="5332840" y="4380496"/>
            <a:ext cx="2831062" cy="0"/>
          </a:xfrm>
          <a:prstGeom prst="straightConnector1">
            <a:avLst/>
          </a:prstGeom>
          <a:ln w="19050" cap="flat" cmpd="sng" algn="ctr">
            <a:solidFill>
              <a:schemeClr val="tx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Box 53">
            <a:extLst>
              <a:ext uri="{FF2B5EF4-FFF2-40B4-BE49-F238E27FC236}">
                <a16:creationId xmlns:a16="http://schemas.microsoft.com/office/drawing/2014/main" id="{5CD3E4BC-D940-C776-152C-31CFC4300871}"/>
              </a:ext>
            </a:extLst>
          </p:cNvPr>
          <p:cNvSpPr txBox="1"/>
          <p:nvPr/>
        </p:nvSpPr>
        <p:spPr>
          <a:xfrm>
            <a:off x="5200653" y="2496882"/>
            <a:ext cx="1139442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050" b="1">
                <a:latin typeface="Consolas" panose="020B0609020204030204" pitchFamily="49" charset="0"/>
                <a:cs typeface="Courier New" panose="02070309020205020404" pitchFamily="49" charset="0"/>
              </a:rPr>
              <a:t>Generated embeddings</a:t>
            </a:r>
          </a:p>
        </p:txBody>
      </p:sp>
      <p:sp>
        <p:nvSpPr>
          <p:cNvPr id="63" name="TextBox 54">
            <a:extLst>
              <a:ext uri="{FF2B5EF4-FFF2-40B4-BE49-F238E27FC236}">
                <a16:creationId xmlns:a16="http://schemas.microsoft.com/office/drawing/2014/main" id="{0963DF63-15FB-307B-E160-A7F0FB257EFB}"/>
              </a:ext>
            </a:extLst>
          </p:cNvPr>
          <p:cNvSpPr txBox="1"/>
          <p:nvPr/>
        </p:nvSpPr>
        <p:spPr>
          <a:xfrm>
            <a:off x="5488052" y="2322114"/>
            <a:ext cx="528991" cy="161583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050">
                <a:latin typeface="Segoe Script" panose="030B0504020000000003" pitchFamily="66" charset="0"/>
                <a:cs typeface="Dreaming Outloud Script Pro" panose="020F0502020204030204" pitchFamily="66" charset="0"/>
              </a:rPr>
              <a:t>Prompt</a:t>
            </a:r>
            <a:endParaRPr lang="en-US" sz="1050" b="1">
              <a:latin typeface="Segoe UI"/>
              <a:cs typeface="Dreaming Outloud Script Pro" panose="020F0502020204030204" pitchFamily="66" charset="0"/>
            </a:endParaRP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9833E81-25C1-77DB-EE97-DD06B74A8E40}"/>
              </a:ext>
            </a:extLst>
          </p:cNvPr>
          <p:cNvCxnSpPr>
            <a:cxnSpLocks/>
            <a:stCxn id="50" idx="0"/>
          </p:cNvCxnSpPr>
          <p:nvPr/>
        </p:nvCxnSpPr>
        <p:spPr>
          <a:xfrm rot="5400000" flipH="1" flipV="1">
            <a:off x="5071502" y="2348438"/>
            <a:ext cx="1452926" cy="1736626"/>
          </a:xfrm>
          <a:prstGeom prst="bentConnector2">
            <a:avLst/>
          </a:prstGeom>
          <a:ln w="19050" cap="flat" cmpd="sng" algn="ctr">
            <a:solidFill>
              <a:schemeClr val="tx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67FA662-7800-88DC-F298-A52E175528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845" y="4037518"/>
            <a:ext cx="406391" cy="406391"/>
          </a:xfrm>
          <a:prstGeom prst="rect">
            <a:avLst/>
          </a:prstGeom>
        </p:spPr>
      </p:pic>
      <p:sp>
        <p:nvSpPr>
          <p:cNvPr id="98" name="TextBox 53">
            <a:extLst>
              <a:ext uri="{FF2B5EF4-FFF2-40B4-BE49-F238E27FC236}">
                <a16:creationId xmlns:a16="http://schemas.microsoft.com/office/drawing/2014/main" id="{FDB86240-6B1D-A7EE-785A-894564F3E664}"/>
              </a:ext>
            </a:extLst>
          </p:cNvPr>
          <p:cNvSpPr txBox="1"/>
          <p:nvPr/>
        </p:nvSpPr>
        <p:spPr>
          <a:xfrm>
            <a:off x="6178650" y="4033438"/>
            <a:ext cx="1139442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050" b="1">
                <a:latin typeface="Consolas" panose="020B0609020204030204" pitchFamily="49" charset="0"/>
                <a:cs typeface="Courier New" panose="02070309020205020404" pitchFamily="49" charset="0"/>
              </a:rPr>
              <a:t>Store message and embeddings</a:t>
            </a:r>
          </a:p>
        </p:txBody>
      </p:sp>
      <p:pic>
        <p:nvPicPr>
          <p:cNvPr id="100" name="Picture 22" descr="Azure Cosmos DB logo">
            <a:extLst>
              <a:ext uri="{FF2B5EF4-FFF2-40B4-BE49-F238E27FC236}">
                <a16:creationId xmlns:a16="http://schemas.microsoft.com/office/drawing/2014/main" id="{A369D134-3694-71E9-BA29-AD1DBCDD6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204685" y="3971136"/>
            <a:ext cx="770933" cy="770933"/>
          </a:xfrm>
          <a:prstGeom prst="rect">
            <a:avLst/>
          </a:prstGeom>
        </p:spPr>
      </p:pic>
      <p:pic>
        <p:nvPicPr>
          <p:cNvPr id="101" name="Graphic 19">
            <a:extLst>
              <a:ext uri="{FF2B5EF4-FFF2-40B4-BE49-F238E27FC236}">
                <a16:creationId xmlns:a16="http://schemas.microsoft.com/office/drawing/2014/main" id="{F2D50F62-4226-18CA-252D-519C2E9CBE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814808" y="2159347"/>
            <a:ext cx="648700" cy="6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64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29167E-6 0.03889 L 2.29167E-6 3.33333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70833E-6 0.03888 L 2.70833E-6 4.81481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48" grpId="0"/>
      <p:bldP spid="48" grpId="1"/>
      <p:bldP spid="51" grpId="0"/>
      <p:bldP spid="51" grpId="1"/>
      <p:bldP spid="52" grpId="0"/>
      <p:bldP spid="52" grpId="1"/>
      <p:bldP spid="56" grpId="0"/>
      <p:bldP spid="56" grpId="1"/>
      <p:bldP spid="57" grpId="0"/>
      <p:bldP spid="57" grpId="1"/>
      <p:bldP spid="59" grpId="0"/>
      <p:bldP spid="59" grpId="1"/>
      <p:bldP spid="62" grpId="0"/>
      <p:bldP spid="62" grpId="1"/>
      <p:bldP spid="63" grpId="0"/>
      <p:bldP spid="63" grpId="1"/>
      <p:bldP spid="98" grpId="0"/>
      <p:bldP spid="9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9CDE-BB94-9794-C8F6-991616BC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811C5CB4-4D51-8DD4-B786-878F30B75C13}"/>
              </a:ext>
            </a:extLst>
          </p:cNvPr>
          <p:cNvSpPr/>
          <p:nvPr/>
        </p:nvSpPr>
        <p:spPr bwMode="auto">
          <a:xfrm>
            <a:off x="1112533" y="1749286"/>
            <a:ext cx="9995926" cy="25444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E97C5F-7182-5976-BE1D-C7249A38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algn="ctr"/>
            <a:r>
              <a:rPr lang="en-US"/>
              <a:t>Reduce failure modes with integrated embeddings</a:t>
            </a: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677D70E5-E2FC-4DA8-5D8E-A90B146BE25D}"/>
              </a:ext>
            </a:extLst>
          </p:cNvPr>
          <p:cNvSpPr txBox="1"/>
          <p:nvPr/>
        </p:nvSpPr>
        <p:spPr>
          <a:xfrm>
            <a:off x="8044529" y="3058898"/>
            <a:ext cx="994887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75">
              <a:defRPr/>
            </a:pPr>
            <a:r>
              <a:rPr lang="en-US" sz="1350">
                <a:solidFill>
                  <a:schemeClr val="tx1"/>
                </a:solidFill>
                <a:latin typeface="Segoe UI Semibold"/>
              </a:rPr>
              <a:t>Databases and Indexes</a:t>
            </a:r>
          </a:p>
        </p:txBody>
      </p:sp>
      <p:pic>
        <p:nvPicPr>
          <p:cNvPr id="50" name="Picture 49" descr="Retrieval Augmented Generation with Huggingface Transformers and Ray">
            <a:extLst>
              <a:ext uri="{FF2B5EF4-FFF2-40B4-BE49-F238E27FC236}">
                <a16:creationId xmlns:a16="http://schemas.microsoft.com/office/drawing/2014/main" id="{AD71B353-B6F2-296B-AC97-B13159AD2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192" y="2293669"/>
            <a:ext cx="874564" cy="8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17">
            <a:extLst>
              <a:ext uri="{FF2B5EF4-FFF2-40B4-BE49-F238E27FC236}">
                <a16:creationId xmlns:a16="http://schemas.microsoft.com/office/drawing/2014/main" id="{0D22BB90-D12E-807D-E48B-60E73D9EB766}"/>
              </a:ext>
            </a:extLst>
          </p:cNvPr>
          <p:cNvSpPr txBox="1"/>
          <p:nvPr/>
        </p:nvSpPr>
        <p:spPr>
          <a:xfrm>
            <a:off x="3818032" y="3162773"/>
            <a:ext cx="2068096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75">
              <a:defRPr/>
            </a:pPr>
            <a:r>
              <a:rPr lang="en-US" sz="1350">
                <a:solidFill>
                  <a:schemeClr val="tx1"/>
                </a:solidFill>
                <a:latin typeface="Segoe UI Semibold"/>
              </a:rPr>
              <a:t>Application</a:t>
            </a:r>
          </a:p>
        </p:txBody>
      </p:sp>
      <p:sp>
        <p:nvSpPr>
          <p:cNvPr id="52" name="TextBox 18">
            <a:extLst>
              <a:ext uri="{FF2B5EF4-FFF2-40B4-BE49-F238E27FC236}">
                <a16:creationId xmlns:a16="http://schemas.microsoft.com/office/drawing/2014/main" id="{AC547B40-D50B-AD26-81DA-4C112DAE64BA}"/>
              </a:ext>
            </a:extLst>
          </p:cNvPr>
          <p:cNvSpPr txBox="1"/>
          <p:nvPr/>
        </p:nvSpPr>
        <p:spPr>
          <a:xfrm>
            <a:off x="9417439" y="2429585"/>
            <a:ext cx="98923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75">
              <a:defRPr/>
            </a:pPr>
            <a:r>
              <a:rPr lang="en-US" sz="1050">
                <a:solidFill>
                  <a:schemeClr val="tx1"/>
                </a:solidFill>
                <a:latin typeface="Segoe UI Semibold"/>
              </a:rPr>
              <a:t>Vectors and Embeddings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E954CA3-BE53-6EA2-7E38-8B31BC24B0FD}"/>
              </a:ext>
            </a:extLst>
          </p:cNvPr>
          <p:cNvCxnSpPr>
            <a:cxnSpLocks/>
          </p:cNvCxnSpPr>
          <p:nvPr/>
        </p:nvCxnSpPr>
        <p:spPr>
          <a:xfrm>
            <a:off x="2625414" y="2730951"/>
            <a:ext cx="1784684" cy="0"/>
          </a:xfrm>
          <a:prstGeom prst="straightConnector1">
            <a:avLst/>
          </a:prstGeom>
          <a:ln w="19050" cap="flat" cmpd="sng" algn="ctr">
            <a:solidFill>
              <a:schemeClr val="tx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TextBox 11">
            <a:extLst>
              <a:ext uri="{FF2B5EF4-FFF2-40B4-BE49-F238E27FC236}">
                <a16:creationId xmlns:a16="http://schemas.microsoft.com/office/drawing/2014/main" id="{71783CDB-4E61-56F6-2A57-A4B35453DF20}"/>
              </a:ext>
            </a:extLst>
          </p:cNvPr>
          <p:cNvSpPr txBox="1"/>
          <p:nvPr/>
        </p:nvSpPr>
        <p:spPr>
          <a:xfrm>
            <a:off x="3253261" y="2509925"/>
            <a:ext cx="528991" cy="161583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050">
                <a:latin typeface="Segoe Script" panose="030B0504020000000003" pitchFamily="66" charset="0"/>
                <a:cs typeface="Dreaming Outloud Script Pro" panose="020F0502020204030204" pitchFamily="66" charset="0"/>
              </a:rPr>
              <a:t>Prompt</a:t>
            </a:r>
          </a:p>
        </p:txBody>
      </p:sp>
      <p:sp>
        <p:nvSpPr>
          <p:cNvPr id="57" name="TextBox 13">
            <a:extLst>
              <a:ext uri="{FF2B5EF4-FFF2-40B4-BE49-F238E27FC236}">
                <a16:creationId xmlns:a16="http://schemas.microsoft.com/office/drawing/2014/main" id="{0BD2A227-C271-05A6-DA57-B1644BF3DB7D}"/>
              </a:ext>
            </a:extLst>
          </p:cNvPr>
          <p:cNvSpPr txBox="1"/>
          <p:nvPr/>
        </p:nvSpPr>
        <p:spPr>
          <a:xfrm>
            <a:off x="1829704" y="3162773"/>
            <a:ext cx="781575" cy="623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350">
                <a:ln w="3175">
                  <a:noFill/>
                </a:ln>
                <a:latin typeface="Segoe UI Semibold"/>
                <a:cs typeface="Segoe UI Semibold"/>
              </a:rPr>
              <a:t>Natural Language Chat</a:t>
            </a:r>
            <a:endParaRPr lang="en-US" sz="1350">
              <a:latin typeface="Segoe UI Semibold"/>
            </a:endParaRPr>
          </a:p>
        </p:txBody>
      </p:sp>
      <p:pic>
        <p:nvPicPr>
          <p:cNvPr id="58" name="Picture 57" descr="Chat-Dialogue&#10; icon">
            <a:extLst>
              <a:ext uri="{FF2B5EF4-FFF2-40B4-BE49-F238E27FC236}">
                <a16:creationId xmlns:a16="http://schemas.microsoft.com/office/drawing/2014/main" id="{336E70A0-25CE-5E0E-94E7-59BBC956D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93" y="2433453"/>
            <a:ext cx="594998" cy="594998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71111AE-93D2-9C91-3AAA-11AB37310BE9}"/>
              </a:ext>
            </a:extLst>
          </p:cNvPr>
          <p:cNvCxnSpPr>
            <a:cxnSpLocks/>
          </p:cNvCxnSpPr>
          <p:nvPr/>
        </p:nvCxnSpPr>
        <p:spPr>
          <a:xfrm>
            <a:off x="5284662" y="2730951"/>
            <a:ext cx="2831062" cy="0"/>
          </a:xfrm>
          <a:prstGeom prst="straightConnector1">
            <a:avLst/>
          </a:prstGeom>
          <a:ln w="19050" cap="flat" cmpd="sng" algn="ctr">
            <a:solidFill>
              <a:schemeClr val="tx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E8862379-BE59-405E-A9A6-0C0F03BF6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667" y="2387973"/>
            <a:ext cx="406391" cy="406391"/>
          </a:xfrm>
          <a:prstGeom prst="rect">
            <a:avLst/>
          </a:prstGeom>
        </p:spPr>
      </p:pic>
      <p:sp>
        <p:nvSpPr>
          <p:cNvPr id="98" name="TextBox 53">
            <a:extLst>
              <a:ext uri="{FF2B5EF4-FFF2-40B4-BE49-F238E27FC236}">
                <a16:creationId xmlns:a16="http://schemas.microsoft.com/office/drawing/2014/main" id="{C2E219D1-9B01-C1EC-AC55-82F2BCC5B28D}"/>
              </a:ext>
            </a:extLst>
          </p:cNvPr>
          <p:cNvSpPr txBox="1"/>
          <p:nvPr/>
        </p:nvSpPr>
        <p:spPr>
          <a:xfrm>
            <a:off x="6096000" y="2509925"/>
            <a:ext cx="1420264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050" b="1">
                <a:latin typeface="Consolas" panose="020B0609020204030204" pitchFamily="49" charset="0"/>
                <a:cs typeface="Courier New" panose="02070309020205020404" pitchFamily="49" charset="0"/>
              </a:rPr>
              <a:t>Store raw message</a:t>
            </a:r>
          </a:p>
        </p:txBody>
      </p:sp>
      <p:pic>
        <p:nvPicPr>
          <p:cNvPr id="100" name="Picture 22" descr="Azure Cosmos DB logo">
            <a:extLst>
              <a:ext uri="{FF2B5EF4-FFF2-40B4-BE49-F238E27FC236}">
                <a16:creationId xmlns:a16="http://schemas.microsoft.com/office/drawing/2014/main" id="{1F672401-66D0-C863-5148-02F4130E7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156507" y="2321591"/>
            <a:ext cx="770933" cy="77093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5509B8-4940-3DCB-B0B5-2DE23061EF2E}"/>
              </a:ext>
            </a:extLst>
          </p:cNvPr>
          <p:cNvCxnSpPr>
            <a:cxnSpLocks/>
          </p:cNvCxnSpPr>
          <p:nvPr/>
        </p:nvCxnSpPr>
        <p:spPr>
          <a:xfrm>
            <a:off x="8541973" y="3595125"/>
            <a:ext cx="0" cy="109614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nnouncing Computer Use tool (Preview) in Azure AI Foundry Agent ...">
            <a:extLst>
              <a:ext uri="{FF2B5EF4-FFF2-40B4-BE49-F238E27FC236}">
                <a16:creationId xmlns:a16="http://schemas.microsoft.com/office/drawing/2014/main" id="{613CAA88-93D1-CB36-8A60-35262E034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880" y="4770690"/>
            <a:ext cx="640184" cy="640184"/>
          </a:xfrm>
          <a:prstGeom prst="rect">
            <a:avLst/>
          </a:prstGeom>
        </p:spPr>
      </p:pic>
      <p:sp>
        <p:nvSpPr>
          <p:cNvPr id="10" name="TextBox 19">
            <a:extLst>
              <a:ext uri="{FF2B5EF4-FFF2-40B4-BE49-F238E27FC236}">
                <a16:creationId xmlns:a16="http://schemas.microsoft.com/office/drawing/2014/main" id="{A94D1C37-8290-2E42-8EE5-A21DE3B40E6B}"/>
              </a:ext>
            </a:extLst>
          </p:cNvPr>
          <p:cNvSpPr txBox="1"/>
          <p:nvPr/>
        </p:nvSpPr>
        <p:spPr>
          <a:xfrm>
            <a:off x="8151185" y="5593578"/>
            <a:ext cx="781575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75">
              <a:defRPr/>
            </a:pPr>
            <a:r>
              <a:rPr lang="en-US" sz="1350">
                <a:ln w="3175">
                  <a:noFill/>
                </a:ln>
                <a:latin typeface="Segoe UI Semibold"/>
                <a:cs typeface="Segoe UI Semibold"/>
              </a:rPr>
              <a:t>Microsoft Foundry</a:t>
            </a:r>
          </a:p>
        </p:txBody>
      </p:sp>
    </p:spTree>
    <p:extLst>
      <p:ext uri="{BB962C8B-B14F-4D97-AF65-F5344CB8AC3E}">
        <p14:creationId xmlns:p14="http://schemas.microsoft.com/office/powerpoint/2010/main" val="1206149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05D48-62DF-6E3A-3C4E-63FE8065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!!Straight Connector 49">
            <a:extLst>
              <a:ext uri="{FF2B5EF4-FFF2-40B4-BE49-F238E27FC236}">
                <a16:creationId xmlns:a16="http://schemas.microsoft.com/office/drawing/2014/main" id="{71563ED6-FE67-F6A0-860D-CAA15A51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59151" y="4227704"/>
            <a:ext cx="0" cy="887948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raight Connector 49">
            <a:extLst>
              <a:ext uri="{FF2B5EF4-FFF2-40B4-BE49-F238E27FC236}">
                <a16:creationId xmlns:a16="http://schemas.microsoft.com/office/drawing/2014/main" id="{CBE2DF37-0A2F-4194-C8EC-D5D3D6937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50340" y="4227704"/>
            <a:ext cx="0" cy="887948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7194A9AF-59C6-C879-8831-D36666E042DB}"/>
              </a:ext>
            </a:extLst>
          </p:cNvPr>
          <p:cNvSpPr txBox="1">
            <a:spLocks/>
          </p:cNvSpPr>
          <p:nvPr/>
        </p:nvSpPr>
        <p:spPr>
          <a:xfrm>
            <a:off x="587375" y="2583811"/>
            <a:ext cx="11017250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n-US" sz="4400"/>
              <a:t>Integrated embeddings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Theme 1 - 3D announcement bug second shortest">
                <a:extLst>
                  <a:ext uri="{FF2B5EF4-FFF2-40B4-BE49-F238E27FC236}">
                    <a16:creationId xmlns:a16="http://schemas.microsoft.com/office/drawing/2014/main" id="{EB59C267-EA22-1A92-453B-301E43F119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8253" y="1062211"/>
              <a:ext cx="5655493" cy="80128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655493" cy="801283"/>
                    </a:xfrm>
                    <a:prstGeom prst="rect">
                      <a:avLst/>
                    </a:prstGeom>
                  </am3d:spPr>
                  <am3d:camera>
                    <am3d:pos x="0" y="0" z="496086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0197" d="1000000"/>
                    <am3d:preTrans dx="4381408" dy="-68193" dz="73726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708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Theme 1 - 3D announcement bug second shortest">
                <a:extLst>
                  <a:ext uri="{FF2B5EF4-FFF2-40B4-BE49-F238E27FC236}">
                    <a16:creationId xmlns:a16="http://schemas.microsoft.com/office/drawing/2014/main" id="{EB59C267-EA22-1A92-453B-301E43F119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8253" y="1062211"/>
                <a:ext cx="5655493" cy="80128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06F582D-4587-5668-674E-7AB44C0FF40A}"/>
              </a:ext>
            </a:extLst>
          </p:cNvPr>
          <p:cNvSpPr txBox="1"/>
          <p:nvPr/>
        </p:nvSpPr>
        <p:spPr>
          <a:xfrm>
            <a:off x="4486275" y="1212789"/>
            <a:ext cx="3219450" cy="500129"/>
          </a:xfrm>
          <a:prstGeom prst="roundRect">
            <a:avLst>
              <a:gd name="adj" fmla="val 28094"/>
            </a:avLst>
          </a:prstGeom>
          <a:noFill/>
        </p:spPr>
        <p:txBody>
          <a:bodyPr wrap="square" lIns="183696" tIns="36739" rIns="183696" bIns="73479" rtlCol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rPr>
              <a:t>Public preview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148C8-60E1-ADC0-B00D-42DD78725D70}"/>
              </a:ext>
            </a:extLst>
          </p:cNvPr>
          <p:cNvSpPr txBox="1"/>
          <p:nvPr/>
        </p:nvSpPr>
        <p:spPr>
          <a:xfrm>
            <a:off x="835349" y="4074135"/>
            <a:ext cx="3094197" cy="14927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2275850">
              <a:defRPr sz="48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defRPr>
            </a:lvl1pPr>
          </a:lstStyle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Automatic embedding</a:t>
            </a:r>
            <a:r>
              <a:rPr kumimoji="0" lang="en-US" sz="26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generation</a:t>
            </a:r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 noProof="0">
                <a:solidFill>
                  <a:schemeClr val="tx1"/>
                </a:solidFill>
                <a:cs typeface="Segoe UI" panose="020B0502040204020203" pitchFamily="34" charset="0"/>
              </a:rPr>
              <a:t>as documents are ingested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E5B8E-09B7-6682-F30F-53515C157BD3}"/>
              </a:ext>
            </a:extLst>
          </p:cNvPr>
          <p:cNvSpPr txBox="1"/>
          <p:nvPr/>
        </p:nvSpPr>
        <p:spPr>
          <a:xfrm>
            <a:off x="4433215" y="4274189"/>
            <a:ext cx="3094198" cy="109260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Microsoft Foundry</a:t>
            </a:r>
            <a:r>
              <a:rPr kumimoji="0" lang="en-US" sz="2600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 integration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</a:endParaRP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latin typeface="Segoe UI Variable Display Semib" pitchFamily="2" charset="0"/>
                <a:cs typeface="Segoe UI" panose="020B0502040204020203" pitchFamily="34" charset="0"/>
              </a:rPr>
              <a:t>w</a:t>
            </a:r>
            <a:r>
              <a:rPr lang="en-US" sz="1400" noProof="0" err="1">
                <a:latin typeface="Segoe UI Variable Display Semib" pitchFamily="2" charset="0"/>
                <a:cs typeface="Segoe UI" panose="020B0502040204020203" pitchFamily="34" charset="0"/>
              </a:rPr>
              <a:t>ithout</a:t>
            </a:r>
            <a:r>
              <a:rPr lang="en-US" sz="1400" noProof="0">
                <a:latin typeface="Segoe UI Variable Display Semib" pitchFamily="2" charset="0"/>
                <a:cs typeface="Segoe UI" panose="020B0502040204020203" pitchFamily="34" charset="0"/>
              </a:rPr>
              <a:t> needing external pipelines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AA6F3F-3A4D-B28D-7C64-C564E97FD972}"/>
              </a:ext>
            </a:extLst>
          </p:cNvPr>
          <p:cNvSpPr txBox="1"/>
          <p:nvPr/>
        </p:nvSpPr>
        <p:spPr>
          <a:xfrm>
            <a:off x="8031082" y="4074135"/>
            <a:ext cx="3094195" cy="14927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600">
                <a:latin typeface="Segoe UI Variable Display Semib" pitchFamily="2" charset="0"/>
              </a:rPr>
              <a:t>Define embeddings on custom properties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</a:endParaRP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latin typeface="Segoe UI Variable Display Semib" pitchFamily="2" charset="0"/>
                <a:cs typeface="Segoe UI" panose="020B0502040204020203" pitchFamily="34" charset="0"/>
              </a:rPr>
              <a:t>c</a:t>
            </a:r>
            <a:r>
              <a:rPr lang="en-US" sz="1400" noProof="0" err="1">
                <a:latin typeface="Segoe UI Variable Display Semib" pitchFamily="2" charset="0"/>
                <a:cs typeface="Segoe UI" panose="020B0502040204020203" pitchFamily="34" charset="0"/>
              </a:rPr>
              <a:t>onfigurable</a:t>
            </a:r>
            <a:r>
              <a:rPr lang="en-US" sz="1400" noProof="0">
                <a:latin typeface="Segoe UI Variable Display Semib" pitchFamily="2" charset="0"/>
                <a:cs typeface="Segoe UI" panose="020B0502040204020203" pitchFamily="34" charset="0"/>
              </a:rPr>
              <a:t> for your data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4272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4.16667E-6 0.0196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48148E-6 L -3.95833E-6 0.01967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7" presetClass="emph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22222E-6 L -2.5E-6 0.01967 " pathEditMode="relative" rAng="0" ptsTypes="AA">
                                      <p:cBhvr>
                                        <p:cTn id="32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22222E-6 L -4.79167E-6 0.01967 " pathEditMode="relative" rAng="0" ptsTypes="AA">
                                      <p:cBhvr>
                                        <p:cTn id="37" dur="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22222E-6 L 3.125E-6 0.01967 " pathEditMode="relative" rAng="0" ptsTypes="AA">
                                      <p:cBhvr>
                                        <p:cTn id="42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7" grpId="0"/>
      <p:bldP spid="7" grpId="1"/>
      <p:bldP spid="9" grpId="0"/>
      <p:bldP spid="9" grpId="1"/>
      <p:bldP spid="15" grpId="0"/>
      <p:bldP spid="1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9C9A-AFA8-0818-6438-13746A97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New requirement for destination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D935A-99B7-E459-20F5-C8D906B819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8263" y="1610998"/>
            <a:ext cx="11018838" cy="220368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Problem</a:t>
            </a:r>
          </a:p>
          <a:p>
            <a:pPr marL="0" indent="0">
              <a:buNone/>
            </a:pPr>
            <a:r>
              <a:rPr lang="en-US" sz="2400"/>
              <a:t>Trips container partition key		</a:t>
            </a:r>
            <a:r>
              <a:rPr lang="en-US" sz="2400">
                <a:sym typeface="Wingdings" panose="05000000000000000000" pitchFamily="2" charset="2"/>
              </a:rPr>
              <a:t></a:t>
            </a:r>
            <a:r>
              <a:rPr lang="en-US" sz="2400"/>
              <a:t> </a:t>
            </a:r>
            <a:r>
              <a:rPr lang="en-US" sz="2400">
                <a:latin typeface="Aptos" panose="020B0004020202020204" pitchFamily="34" charset="0"/>
              </a:rPr>
              <a:t>/</a:t>
            </a:r>
            <a:r>
              <a:rPr lang="en-US" sz="2400" err="1">
                <a:latin typeface="Aptos" panose="020B0004020202020204" pitchFamily="34" charset="0"/>
              </a:rPr>
              <a:t>tenantId</a:t>
            </a:r>
            <a:r>
              <a:rPr lang="en-US" sz="2400">
                <a:latin typeface="Aptos" panose="020B0004020202020204" pitchFamily="34" charset="0"/>
              </a:rPr>
              <a:t>, /userId, /</a:t>
            </a:r>
            <a:r>
              <a:rPr lang="en-US" sz="2400" err="1">
                <a:latin typeface="Aptos" panose="020B0004020202020204" pitchFamily="34" charset="0"/>
              </a:rPr>
              <a:t>tripId</a:t>
            </a:r>
            <a:endParaRPr lang="en-US" sz="240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2400"/>
              <a:t>Agent queries				</a:t>
            </a:r>
            <a:r>
              <a:rPr lang="en-US" sz="2400">
                <a:sym typeface="Wingdings" panose="05000000000000000000" pitchFamily="2" charset="2"/>
              </a:rPr>
              <a:t> fast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“How many trips to Paris next month?” 	</a:t>
            </a:r>
            <a:r>
              <a:rPr lang="en-US" sz="2400">
                <a:sym typeface="Wingdings" panose="05000000000000000000" pitchFamily="2" charset="2"/>
              </a:rPr>
              <a:t> slow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A8249A-33C7-2B9F-EB9C-F38130392C9A}"/>
              </a:ext>
            </a:extLst>
          </p:cNvPr>
          <p:cNvSpPr/>
          <p:nvPr/>
        </p:nvSpPr>
        <p:spPr bwMode="auto">
          <a:xfrm>
            <a:off x="1978873" y="5079217"/>
            <a:ext cx="3262344" cy="10513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Graphic 5" descr="Server outline">
            <a:extLst>
              <a:ext uri="{FF2B5EF4-FFF2-40B4-BE49-F238E27FC236}">
                <a16:creationId xmlns:a16="http://schemas.microsoft.com/office/drawing/2014/main" id="{FB5DDF9F-B951-FEAA-1AF4-1CD85C6495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7775" y="5224858"/>
            <a:ext cx="760033" cy="760033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DB7A1AA2-5203-6E6E-A922-473A64BE3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2283" y="5224859"/>
            <a:ext cx="760033" cy="760033"/>
          </a:xfrm>
          <a:prstGeom prst="rect">
            <a:avLst/>
          </a:prstGeom>
        </p:spPr>
      </p:pic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0D9EBBA5-3D08-AE98-1958-D23167A00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0029" y="5224858"/>
            <a:ext cx="760033" cy="76003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DF2D56-AC7E-73E1-F625-12A5F85C1E2E}"/>
              </a:ext>
            </a:extLst>
          </p:cNvPr>
          <p:cNvSpPr/>
          <p:nvPr/>
        </p:nvSpPr>
        <p:spPr bwMode="auto">
          <a:xfrm>
            <a:off x="6385692" y="5079217"/>
            <a:ext cx="3262344" cy="10513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" name="Graphic 13" descr="Server outline">
            <a:extLst>
              <a:ext uri="{FF2B5EF4-FFF2-40B4-BE49-F238E27FC236}">
                <a16:creationId xmlns:a16="http://schemas.microsoft.com/office/drawing/2014/main" id="{B2768389-E519-20B4-C463-F4EFE3BFF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4594" y="5224858"/>
            <a:ext cx="760033" cy="760033"/>
          </a:xfrm>
          <a:prstGeom prst="rect">
            <a:avLst/>
          </a:prstGeom>
        </p:spPr>
      </p:pic>
      <p:pic>
        <p:nvPicPr>
          <p:cNvPr id="16" name="Graphic 15" descr="Server outline">
            <a:extLst>
              <a:ext uri="{FF2B5EF4-FFF2-40B4-BE49-F238E27FC236}">
                <a16:creationId xmlns:a16="http://schemas.microsoft.com/office/drawing/2014/main" id="{8DFF77F1-1EC8-1BF3-53F9-2CA317BB0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9102" y="5224859"/>
            <a:ext cx="760033" cy="760033"/>
          </a:xfrm>
          <a:prstGeom prst="rect">
            <a:avLst/>
          </a:prstGeom>
        </p:spPr>
      </p:pic>
      <p:pic>
        <p:nvPicPr>
          <p:cNvPr id="18" name="Graphic 17" descr="Server outline">
            <a:extLst>
              <a:ext uri="{FF2B5EF4-FFF2-40B4-BE49-F238E27FC236}">
                <a16:creationId xmlns:a16="http://schemas.microsoft.com/office/drawing/2014/main" id="{D2E2EB3F-C9F2-428D-5860-EC9D622C3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6848" y="5224858"/>
            <a:ext cx="760033" cy="7600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4D5ED0-C7A0-89A8-842A-6C5CC29E47FA}"/>
              </a:ext>
            </a:extLst>
          </p:cNvPr>
          <p:cNvSpPr txBox="1"/>
          <p:nvPr/>
        </p:nvSpPr>
        <p:spPr>
          <a:xfrm>
            <a:off x="2054262" y="6130531"/>
            <a:ext cx="242217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>
                <a:latin typeface="Aptos" panose="020B0004020202020204" pitchFamily="34" charset="0"/>
              </a:rPr>
              <a:t>/</a:t>
            </a:r>
            <a:r>
              <a:rPr lang="en-US" sz="1600" err="1">
                <a:latin typeface="Aptos" panose="020B0004020202020204" pitchFamily="34" charset="0"/>
              </a:rPr>
              <a:t>tenantId</a:t>
            </a:r>
            <a:r>
              <a:rPr lang="en-US" sz="1600">
                <a:latin typeface="Aptos" panose="020B0004020202020204" pitchFamily="34" charset="0"/>
              </a:rPr>
              <a:t>, /userId, /</a:t>
            </a:r>
            <a:r>
              <a:rPr lang="en-US" sz="1600" err="1">
                <a:latin typeface="Aptos" panose="020B0004020202020204" pitchFamily="34" charset="0"/>
              </a:rPr>
              <a:t>tripId</a:t>
            </a:r>
            <a:endParaRPr lang="en-US" sz="1600">
              <a:latin typeface="Aptos" panose="020B0004020202020204" pitchFamily="34" charset="0"/>
            </a:endParaRPr>
          </a:p>
          <a:p>
            <a:pPr algn="l"/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0DEDA6-4A63-57A1-F5B5-A9A5ED6EB270}"/>
              </a:ext>
            </a:extLst>
          </p:cNvPr>
          <p:cNvSpPr txBox="1"/>
          <p:nvPr/>
        </p:nvSpPr>
        <p:spPr>
          <a:xfrm>
            <a:off x="6425761" y="6130531"/>
            <a:ext cx="242217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>
                <a:latin typeface="Aptos" panose="020B0004020202020204" pitchFamily="34" charset="0"/>
              </a:rPr>
              <a:t>/destination</a:t>
            </a:r>
          </a:p>
          <a:p>
            <a:pPr algn="l"/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4D98F1-8D4F-C1A9-C357-596E4FEBB397}"/>
              </a:ext>
            </a:extLst>
          </p:cNvPr>
          <p:cNvSpPr txBox="1"/>
          <p:nvPr/>
        </p:nvSpPr>
        <p:spPr>
          <a:xfrm>
            <a:off x="863284" y="4133933"/>
            <a:ext cx="10067638" cy="1813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C700C7"/>
                </a:solidFill>
                <a:latin typeface="Consolas" panose="020B0609020204030204" pitchFamily="49" charset="0"/>
              </a:rPr>
              <a:t>count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c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c.destination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778899"/>
                </a:solidFill>
                <a:latin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"Paris, France"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76E07D-DEC4-C12A-79AC-A56F955CC729}"/>
              </a:ext>
            </a:extLst>
          </p:cNvPr>
          <p:cNvCxnSpPr>
            <a:cxnSpLocks/>
          </p:cNvCxnSpPr>
          <p:nvPr/>
        </p:nvCxnSpPr>
        <p:spPr>
          <a:xfrm flipH="1">
            <a:off x="2657791" y="4315329"/>
            <a:ext cx="3237425" cy="949140"/>
          </a:xfrm>
          <a:prstGeom prst="straightConnector1">
            <a:avLst/>
          </a:prstGeom>
          <a:ln w="28575">
            <a:solidFill>
              <a:srgbClr val="EE0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30178A-FE26-40D4-8A94-6EC757B75F13}"/>
              </a:ext>
            </a:extLst>
          </p:cNvPr>
          <p:cNvCxnSpPr>
            <a:cxnSpLocks/>
          </p:cNvCxnSpPr>
          <p:nvPr/>
        </p:nvCxnSpPr>
        <p:spPr>
          <a:xfrm flipH="1">
            <a:off x="3610045" y="4315329"/>
            <a:ext cx="2285171" cy="949140"/>
          </a:xfrm>
          <a:prstGeom prst="straightConnector1">
            <a:avLst/>
          </a:prstGeom>
          <a:ln w="28575">
            <a:solidFill>
              <a:srgbClr val="EE0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5A2251A-BD58-BD0B-B287-9ECA05F1DA0C}"/>
              </a:ext>
            </a:extLst>
          </p:cNvPr>
          <p:cNvCxnSpPr>
            <a:cxnSpLocks/>
          </p:cNvCxnSpPr>
          <p:nvPr/>
        </p:nvCxnSpPr>
        <p:spPr>
          <a:xfrm flipH="1">
            <a:off x="4545546" y="4315329"/>
            <a:ext cx="1363671" cy="949140"/>
          </a:xfrm>
          <a:prstGeom prst="straightConnector1">
            <a:avLst/>
          </a:prstGeom>
          <a:ln w="28575">
            <a:solidFill>
              <a:srgbClr val="EE0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BEE77F-ABDF-CCC4-CD56-57724AB900D9}"/>
              </a:ext>
            </a:extLst>
          </p:cNvPr>
          <p:cNvCxnSpPr>
            <a:cxnSpLocks/>
          </p:cNvCxnSpPr>
          <p:nvPr/>
        </p:nvCxnSpPr>
        <p:spPr>
          <a:xfrm>
            <a:off x="5895216" y="4315329"/>
            <a:ext cx="2992141" cy="949140"/>
          </a:xfrm>
          <a:prstGeom prst="straightConnector1">
            <a:avLst/>
          </a:prstGeom>
          <a:ln w="28575"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008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3.7037E-7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3889 L -3.75E-6 3.7037E-7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3889 L -3.75E-6 -1.11111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0.03889 L 1.45833E-6 3.7037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0.03889 L -1.25E-6 3.7037E-7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3889 L -3.75E-6 3.7037E-7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03889 L 4.16667E-6 3.7037E-7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.03889 L -3.95833E-6 -2.22222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3.7037E-7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0.03889 L -2.08333E-6 -1.11111E-6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.03889 L 2.91667E-6 3.7037E-7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0.03889 L 3.125E-6 3.7037E-7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.03889 L 1.11022E-16 3.7037E-7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0.03889 L -2.29167E-6 3.7037E-6 " pathEditMode="relative" rAng="0" ptsTypes="AA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0.03889 L -2.08333E-6 3.7037E-7 " pathEditMode="relative" rAng="0" ptsTypes="AA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2" grpId="0" animBg="1"/>
      <p:bldP spid="12" grpId="1" animBg="1"/>
      <p:bldP spid="19" grpId="0"/>
      <p:bldP spid="19" grpId="1"/>
      <p:bldP spid="21" grpId="0"/>
      <p:bldP spid="21" grpId="1"/>
      <p:bldP spid="22" grpId="0"/>
      <p:bldP spid="2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FE370-2B23-DD8F-B48C-8DC3420F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!!Straight Connector 49">
            <a:extLst>
              <a:ext uri="{FF2B5EF4-FFF2-40B4-BE49-F238E27FC236}">
                <a16:creationId xmlns:a16="http://schemas.microsoft.com/office/drawing/2014/main" id="{08935187-A001-4968-35E7-9D0DDFAAF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46661" y="4217009"/>
            <a:ext cx="0" cy="887948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raight Connector 49">
            <a:extLst>
              <a:ext uri="{FF2B5EF4-FFF2-40B4-BE49-F238E27FC236}">
                <a16:creationId xmlns:a16="http://schemas.microsoft.com/office/drawing/2014/main" id="{0372E419-0BF0-1821-C62F-CB9A76A45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59093" y="4217009"/>
            <a:ext cx="0" cy="887948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EB8A00CD-7FAC-5EEC-ED14-F8F1F6666AB0}"/>
              </a:ext>
            </a:extLst>
          </p:cNvPr>
          <p:cNvSpPr txBox="1">
            <a:spLocks/>
          </p:cNvSpPr>
          <p:nvPr/>
        </p:nvSpPr>
        <p:spPr>
          <a:xfrm>
            <a:off x="587375" y="2547915"/>
            <a:ext cx="11017250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n-US" sz="4400"/>
              <a:t>Global secondary indexes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Theme 1 - 3D announcement bug second shortest">
                <a:extLst>
                  <a:ext uri="{FF2B5EF4-FFF2-40B4-BE49-F238E27FC236}">
                    <a16:creationId xmlns:a16="http://schemas.microsoft.com/office/drawing/2014/main" id="{5E56C7C8-4CC1-6C68-0524-608FCA3CAA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4400155"/>
                  </p:ext>
                </p:extLst>
              </p:nvPr>
            </p:nvGraphicFramePr>
            <p:xfrm>
              <a:off x="3268253" y="1062211"/>
              <a:ext cx="5655493" cy="80128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655493" cy="801283"/>
                    </a:xfrm>
                    <a:prstGeom prst="rect">
                      <a:avLst/>
                    </a:prstGeom>
                  </am3d:spPr>
                  <am3d:camera>
                    <am3d:pos x="0" y="0" z="4960862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0197" d="1000000"/>
                    <am3d:preTrans dx="4381408" dy="-68193" dz="73726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708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Theme 1 - 3D announcement bug second shortest">
                <a:extLst>
                  <a:ext uri="{FF2B5EF4-FFF2-40B4-BE49-F238E27FC236}">
                    <a16:creationId xmlns:a16="http://schemas.microsoft.com/office/drawing/2014/main" id="{5E56C7C8-4CC1-6C68-0524-608FCA3CAA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8253" y="1062211"/>
                <a:ext cx="5655493" cy="80128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8022258-7994-9400-3DAC-F0B6CAD4F3C7}"/>
              </a:ext>
            </a:extLst>
          </p:cNvPr>
          <p:cNvSpPr txBox="1"/>
          <p:nvPr/>
        </p:nvSpPr>
        <p:spPr>
          <a:xfrm>
            <a:off x="4486275" y="1212789"/>
            <a:ext cx="3219450" cy="500129"/>
          </a:xfrm>
          <a:prstGeom prst="roundRect">
            <a:avLst>
              <a:gd name="adj" fmla="val 28094"/>
            </a:avLst>
          </a:prstGeom>
          <a:noFill/>
        </p:spPr>
        <p:txBody>
          <a:bodyPr wrap="square" lIns="183696" tIns="36739" rIns="183696" bIns="73479" rtlCol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rPr>
              <a:t>Generally available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71879-01EE-F8D2-DDDE-913A6FA252AE}"/>
              </a:ext>
            </a:extLst>
          </p:cNvPr>
          <p:cNvSpPr txBox="1"/>
          <p:nvPr/>
        </p:nvSpPr>
        <p:spPr>
          <a:xfrm>
            <a:off x="1533967" y="4155773"/>
            <a:ext cx="2483089" cy="13080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2275850">
              <a:defRPr sz="48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defRPr>
            </a:lvl1pPr>
          </a:lstStyle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Automatic data syncing</a:t>
            </a:r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ctr" defTabSz="2275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chemeClr val="tx1"/>
                </a:solidFill>
                <a:cs typeface="Segoe UI" panose="020B0502040204020203" pitchFamily="34" charset="0"/>
              </a:rPr>
              <a:t>eventually consistent with source data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1C4ED-2983-2911-3F57-13C2A78C5F21}"/>
              </a:ext>
            </a:extLst>
          </p:cNvPr>
          <p:cNvSpPr txBox="1"/>
          <p:nvPr/>
        </p:nvSpPr>
        <p:spPr>
          <a:xfrm>
            <a:off x="4551833" y="4155773"/>
            <a:ext cx="3094198" cy="13080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Increase query efficient</a:t>
            </a: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latin typeface="Segoe UI Variable Display Semib" pitchFamily="2" charset="0"/>
                <a:cs typeface="Segoe UI" panose="020B0502040204020203" pitchFamily="34" charset="0"/>
              </a:rPr>
              <a:t>t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  <a:t>ransform</a:t>
            </a:r>
            <a:r>
              <a:rPr kumimoji="0" lang="en-US" sz="1400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  <a:t> cross partition queries into single partition lookups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 Semib" pitchFamily="2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C7EF8-8088-CF2D-07C9-C69EF2BFF658}"/>
              </a:ext>
            </a:extLst>
          </p:cNvPr>
          <p:cNvSpPr txBox="1"/>
          <p:nvPr/>
        </p:nvSpPr>
        <p:spPr>
          <a:xfrm>
            <a:off x="8180809" y="4155773"/>
            <a:ext cx="3094195" cy="13080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</a:rPr>
              <a:t>Performance isolation</a:t>
            </a:r>
          </a:p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latin typeface="Segoe UI Variable Display Semib" pitchFamily="2" charset="0"/>
                <a:cs typeface="Segoe UI" panose="020B0502040204020203" pitchFamily="34" charset="0"/>
              </a:rPr>
              <a:t>o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  <a:t>ffload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anose="020B0502040204020203" pitchFamily="34" charset="0"/>
              </a:rPr>
              <a:t> heavy operations without impacting transactional workload</a:t>
            </a:r>
          </a:p>
        </p:txBody>
      </p:sp>
    </p:spTree>
    <p:extLst>
      <p:ext uri="{BB962C8B-B14F-4D97-AF65-F5344CB8AC3E}">
        <p14:creationId xmlns:p14="http://schemas.microsoft.com/office/powerpoint/2010/main" val="929841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7037E-7 L 2.70833E-6 0.01968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7 L -4.58333E-6 0.01968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7" presetClass="emph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11111E-6 L -4.16667E-6 0.01967 " pathEditMode="relative" rAng="0" ptsTypes="AA">
                                      <p:cBhvr>
                                        <p:cTn id="32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11111E-6 L -2.08333E-7 0.01967 " pathEditMode="relative" rAng="0" ptsTypes="AA">
                                      <p:cBhvr>
                                        <p:cTn id="37" dur="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11111E-6 L 3.54167E-6 0.01967 " pathEditMode="relative" rAng="0" ptsTypes="AA">
                                      <p:cBhvr>
                                        <p:cTn id="42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7" grpId="0"/>
      <p:bldP spid="7" grpId="1"/>
      <p:bldP spid="9" grpId="0"/>
      <p:bldP spid="9" grpId="1"/>
      <p:bldP spid="15" grpId="0"/>
      <p:bldP spid="1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9BEB-25F4-5FB7-1A3B-146969CF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Bringing it all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2A69-FCC6-4C6C-FE3E-A4CB51D403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DF9884-F25A-AB2F-D6AC-6833F9F2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Key takeaways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16527-845B-4F42-8338-FFFAC7060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74011" y="2446663"/>
            <a:ext cx="3431223" cy="2884111"/>
          </a:xfrm>
          <a:prstGeom prst="roundRect">
            <a:avLst>
              <a:gd name="adj" fmla="val 15815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228600" tIns="0" rIns="0" bIns="274320" rtlCol="0" anchor="ctr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  <a:defRPr sz="1100" b="1">
                <a:ln w="3175">
                  <a:noFill/>
                </a:ln>
                <a:gradFill>
                  <a:gsLst>
                    <a:gs pos="85321">
                      <a:srgbClr val="000000"/>
                    </a:gs>
                    <a:gs pos="78000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1427220" fontAlgn="auto">
              <a:spcBef>
                <a:spcPts val="1800"/>
              </a:spcBef>
              <a:spcAft>
                <a:spcPts val="0"/>
              </a:spcAft>
              <a:tabLst/>
              <a:defRPr/>
            </a:pPr>
            <a:endParaRPr lang="en-US" sz="1100" b="1">
              <a:gradFill>
                <a:gsLst>
                  <a:gs pos="22936">
                    <a:schemeClr val="tx1"/>
                  </a:gs>
                  <a:gs pos="38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</a:endParaRPr>
          </a:p>
        </p:txBody>
      </p:sp>
      <p:sp>
        <p:nvSpPr>
          <p:cNvPr id="7" name="Title 143">
            <a:extLst>
              <a:ext uri="{FF2B5EF4-FFF2-40B4-BE49-F238E27FC236}">
                <a16:creationId xmlns:a16="http://schemas.microsoft.com/office/drawing/2014/main" id="{16C39ACE-84C2-4804-F6C4-7BF775A99703}"/>
              </a:ext>
            </a:extLst>
          </p:cNvPr>
          <p:cNvSpPr txBox="1">
            <a:spLocks/>
          </p:cNvSpPr>
          <p:nvPr/>
        </p:nvSpPr>
        <p:spPr>
          <a:xfrm>
            <a:off x="876706" y="3047215"/>
            <a:ext cx="3225832" cy="172354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R="0" lvl="0" indent="0" algn="ctr" defTabSz="2321502" fontAlgn="base">
              <a:lnSpc>
                <a:spcPct val="100000"/>
              </a:lnSpc>
              <a:spcBef>
                <a:spcPct val="0"/>
              </a:spcBef>
              <a:spcAft>
                <a:spcPts val="2987"/>
              </a:spcAft>
              <a:buClrTx/>
              <a:buSzTx/>
              <a:buFontTx/>
              <a:buNone/>
              <a:tabLst/>
              <a:defRPr kumimoji="0" lang="en-US" sz="4400" b="1" i="0" u="none" strike="noStrike" cap="none" spc="0" normalizeH="0" baseline="0" dirty="0" smtClean="0">
                <a:ln w="3175">
                  <a:noFill/>
                </a:ln>
                <a:gradFill>
                  <a:gsLst>
                    <a:gs pos="92661">
                      <a:schemeClr val="tx1"/>
                    </a:gs>
                    <a:gs pos="8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cs typeface="Segoe UI" pitchFamily="34" charset="0"/>
              </a:defRPr>
            </a:lvl1pPr>
          </a:lstStyle>
          <a:p>
            <a:pPr lvl="0" defTabSz="914367" fontAlgn="auto">
              <a:spcBef>
                <a:spcPct val="20000"/>
              </a:spcBef>
              <a:spcAft>
                <a:spcPts val="0"/>
              </a:spcAft>
              <a:buSzPct val="90000"/>
            </a:pPr>
            <a:r>
              <a:rPr lang="en-US" sz="2800" b="0" spc="-50">
                <a:gradFill flip="none" rotWithShape="1">
                  <a:gsLst>
                    <a:gs pos="18000">
                      <a:srgbClr val="F65567"/>
                    </a:gs>
                    <a:gs pos="100000">
                      <a:srgbClr val="318581"/>
                    </a:gs>
                    <a:gs pos="73000">
                      <a:srgbClr val="0A6BBA"/>
                    </a:gs>
                    <a:gs pos="43000">
                      <a:srgbClr val="7656A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</a:rPr>
              <a:t>Make agent memory durable and scalable by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3B4FA-B64B-F342-AF30-20C100DA7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394178" y="2447061"/>
            <a:ext cx="3431223" cy="2883713"/>
          </a:xfrm>
          <a:prstGeom prst="roundRect">
            <a:avLst>
              <a:gd name="adj" fmla="val 15815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228600" tIns="0" rIns="0" bIns="274320" rtlCol="0" anchor="ctr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  <a:defRPr sz="1100" b="1">
                <a:ln w="3175">
                  <a:noFill/>
                </a:ln>
                <a:gradFill>
                  <a:gsLst>
                    <a:gs pos="85321">
                      <a:srgbClr val="000000"/>
                    </a:gs>
                    <a:gs pos="78000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1427220" fontAlgn="auto">
              <a:spcBef>
                <a:spcPts val="1800"/>
              </a:spcBef>
              <a:spcAft>
                <a:spcPts val="0"/>
              </a:spcAft>
              <a:tabLst/>
              <a:defRPr/>
            </a:pPr>
            <a:endParaRPr lang="en-US" sz="1100" b="1">
              <a:gradFill>
                <a:gsLst>
                  <a:gs pos="22936">
                    <a:schemeClr val="tx1"/>
                  </a:gs>
                  <a:gs pos="38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</a:endParaRPr>
          </a:p>
        </p:txBody>
      </p:sp>
      <p:sp>
        <p:nvSpPr>
          <p:cNvPr id="9" name="Title 143">
            <a:extLst>
              <a:ext uri="{FF2B5EF4-FFF2-40B4-BE49-F238E27FC236}">
                <a16:creationId xmlns:a16="http://schemas.microsoft.com/office/drawing/2014/main" id="{ED56CA0E-9B56-38E8-61AC-BFD11941039C}"/>
              </a:ext>
            </a:extLst>
          </p:cNvPr>
          <p:cNvSpPr txBox="1">
            <a:spLocks/>
          </p:cNvSpPr>
          <p:nvPr/>
        </p:nvSpPr>
        <p:spPr>
          <a:xfrm>
            <a:off x="4445185" y="3242387"/>
            <a:ext cx="3329207" cy="129266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R="0" lvl="0" indent="0" algn="ctr" defTabSz="2321502" fontAlgn="base">
              <a:lnSpc>
                <a:spcPct val="100000"/>
              </a:lnSpc>
              <a:spcBef>
                <a:spcPct val="0"/>
              </a:spcBef>
              <a:spcAft>
                <a:spcPts val="2987"/>
              </a:spcAft>
              <a:buClrTx/>
              <a:buSzTx/>
              <a:buFontTx/>
              <a:buNone/>
              <a:tabLst/>
              <a:defRPr kumimoji="0" lang="en-US" sz="4400" b="1" i="0" u="none" strike="noStrike" cap="none" spc="0" normalizeH="0" baseline="0" dirty="0" smtClean="0">
                <a:ln w="3175">
                  <a:noFill/>
                </a:ln>
                <a:gradFill>
                  <a:gsLst>
                    <a:gs pos="92661">
                      <a:schemeClr val="tx1"/>
                    </a:gs>
                    <a:gs pos="8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cs typeface="Segoe UI" pitchFamily="34" charset="0"/>
              </a:defRPr>
            </a:lvl1pPr>
          </a:lstStyle>
          <a:p>
            <a:pPr lvl="0" defTabSz="914367" fontAlgn="auto">
              <a:spcBef>
                <a:spcPct val="20000"/>
              </a:spcBef>
              <a:spcAft>
                <a:spcPts val="0"/>
              </a:spcAft>
              <a:buSzPct val="90000"/>
            </a:pPr>
            <a:r>
              <a:rPr lang="en-US" sz="2800" b="0" spc="-50">
                <a:gradFill flip="none" rotWithShape="1">
                  <a:gsLst>
                    <a:gs pos="18000">
                      <a:srgbClr val="F65567"/>
                    </a:gs>
                    <a:gs pos="100000">
                      <a:srgbClr val="318581"/>
                    </a:gs>
                    <a:gs pos="73000">
                      <a:srgbClr val="0A6BBA"/>
                    </a:gs>
                    <a:gs pos="43000">
                      <a:srgbClr val="7656A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</a:rPr>
              <a:t>Ship faster with an AI-native dev experience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D0281-903A-C778-0616-B15100B81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8014346" y="2446664"/>
            <a:ext cx="3431223" cy="2924652"/>
          </a:xfrm>
          <a:prstGeom prst="roundRect">
            <a:avLst>
              <a:gd name="adj" fmla="val 15815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228600" tIns="0" rIns="0" bIns="274320" rtlCol="0" anchor="ctr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  <a:defRPr sz="1100" b="1">
                <a:ln w="3175">
                  <a:noFill/>
                </a:ln>
                <a:gradFill>
                  <a:gsLst>
                    <a:gs pos="85321">
                      <a:srgbClr val="000000"/>
                    </a:gs>
                    <a:gs pos="78000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1427220" fontAlgn="auto">
              <a:spcBef>
                <a:spcPts val="1800"/>
              </a:spcBef>
              <a:spcAft>
                <a:spcPts val="0"/>
              </a:spcAft>
              <a:tabLst/>
              <a:defRPr/>
            </a:pPr>
            <a:endParaRPr lang="en-US" sz="1100" b="1">
              <a:gradFill>
                <a:gsLst>
                  <a:gs pos="22936">
                    <a:schemeClr val="tx1"/>
                  </a:gs>
                  <a:gs pos="38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</a:endParaRPr>
          </a:p>
        </p:txBody>
      </p:sp>
      <p:sp>
        <p:nvSpPr>
          <p:cNvPr id="11" name="Title 143">
            <a:extLst>
              <a:ext uri="{FF2B5EF4-FFF2-40B4-BE49-F238E27FC236}">
                <a16:creationId xmlns:a16="http://schemas.microsoft.com/office/drawing/2014/main" id="{6A139490-E370-11AE-FF37-9AE552FE030F}"/>
              </a:ext>
            </a:extLst>
          </p:cNvPr>
          <p:cNvSpPr txBox="1">
            <a:spLocks/>
          </p:cNvSpPr>
          <p:nvPr/>
        </p:nvSpPr>
        <p:spPr>
          <a:xfrm>
            <a:off x="7769249" y="3026943"/>
            <a:ext cx="3938127" cy="172354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R="0" lvl="0" indent="0" algn="ctr" defTabSz="2321502" fontAlgn="base">
              <a:lnSpc>
                <a:spcPct val="100000"/>
              </a:lnSpc>
              <a:spcBef>
                <a:spcPct val="0"/>
              </a:spcBef>
              <a:spcAft>
                <a:spcPts val="2987"/>
              </a:spcAft>
              <a:buClrTx/>
              <a:buSzTx/>
              <a:buFontTx/>
              <a:buNone/>
              <a:tabLst/>
              <a:defRPr kumimoji="0" lang="en-US" sz="4400" b="1" i="0" u="none" strike="noStrike" cap="none" spc="0" normalizeH="0" baseline="0" dirty="0" smtClean="0">
                <a:ln w="3175">
                  <a:noFill/>
                </a:ln>
                <a:gradFill>
                  <a:gsLst>
                    <a:gs pos="92661">
                      <a:schemeClr val="tx1"/>
                    </a:gs>
                    <a:gs pos="80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cs typeface="Segoe UI" pitchFamily="34" charset="0"/>
              </a:defRPr>
            </a:lvl1pPr>
          </a:lstStyle>
          <a:p>
            <a:pPr defTabSz="914367" fontAlgn="auto">
              <a:spcBef>
                <a:spcPct val="20000"/>
              </a:spcBef>
              <a:spcAft>
                <a:spcPts val="0"/>
              </a:spcAft>
              <a:buSzPct val="90000"/>
            </a:pPr>
            <a:r>
              <a:rPr lang="en-US" sz="2800" b="0" spc="-50">
                <a:gradFill flip="none" rotWithShape="1">
                  <a:gsLst>
                    <a:gs pos="18000">
                      <a:srgbClr val="F65567"/>
                    </a:gs>
                    <a:gs pos="100000">
                      <a:srgbClr val="318581"/>
                    </a:gs>
                    <a:gs pos="73000">
                      <a:srgbClr val="0A6BBA"/>
                    </a:gs>
                    <a:gs pos="43000">
                      <a:srgbClr val="7656A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</a:rPr>
              <a:t>Configure high availability and low latency for mission critical apps</a:t>
            </a:r>
          </a:p>
        </p:txBody>
      </p:sp>
    </p:spTree>
    <p:extLst>
      <p:ext uri="{BB962C8B-B14F-4D97-AF65-F5344CB8AC3E}">
        <p14:creationId xmlns:p14="http://schemas.microsoft.com/office/powerpoint/2010/main" val="1161215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3.33333E-6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3.33333E-6 0.0354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85185E-6 L -1.66667E-6 0.03541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85185E-6 L -1.66667E-6 0.03541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3.125E-6 0.03541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85185E-6 L 2.08333E-6 0.03541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8" grpId="0" animBg="1"/>
      <p:bldP spid="8" grpId="1" animBg="1"/>
      <p:bldP spid="9" grpId="0"/>
      <p:bldP spid="9" grpId="1"/>
      <p:bldP spid="10" grpId="0" animBg="1"/>
      <p:bldP spid="10" grpId="1" animBg="1"/>
      <p:bldP spid="11" grpId="0"/>
      <p:bldP spid="1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3C41-D344-382B-99A8-EFF7A6A17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994C1-B6E3-676D-7CF0-51434CD926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4990" y="979098"/>
            <a:ext cx="7197809" cy="4899803"/>
          </a:xfrm>
        </p:spPr>
        <p:txBody>
          <a:bodyPr/>
          <a:lstStyle/>
          <a:p>
            <a:pPr marL="0" indent="0">
              <a:buNone/>
            </a:pPr>
            <a:r>
              <a:rPr lang="en-US" sz="2400">
                <a:hlinkClick r:id="rId4"/>
              </a:rPr>
              <a:t>https://aka.ms/cosmos-db-travel-multi-agent</a:t>
            </a:r>
            <a:r>
              <a:rPr lang="en-US" sz="2400"/>
              <a:t> 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>
                <a:hlinkClick r:id="rId5"/>
              </a:rPr>
              <a:t>https://aka.ms/cosmos-db-memory-toolkit</a:t>
            </a:r>
            <a:r>
              <a:rPr lang="en-US" sz="2400"/>
              <a:t> 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>
                <a:hlinkClick r:id="rId6"/>
              </a:rPr>
              <a:t>https://aka.ms/cosmos-db-agent-kit</a:t>
            </a:r>
            <a:r>
              <a:rPr lang="en-US" sz="2400"/>
              <a:t> 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>
                <a:hlinkClick r:id="rId7"/>
              </a:rPr>
              <a:t>https://aka.ms/cosmos-db-per-partition-automatic-failover</a:t>
            </a:r>
            <a:r>
              <a:rPr lang="en-US" sz="2400"/>
              <a:t> 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>
                <a:hlinkClick r:id="rId8"/>
              </a:rPr>
              <a:t>https://aka.ms/cosmos-db-global-secondary-index</a:t>
            </a:r>
            <a:r>
              <a:rPr lang="en-US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0471655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9568D0D4-72EB-4CE1-95C9-D12481B11A0F}"/>
    </a:ext>
  </a:extLst>
</a:theme>
</file>

<file path=ppt/theme/theme2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5F1F9044-CA6A-440B-A728-2F8917897A9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Build_2026_16-9 Event-template_v04</Template>
  <TotalTime>0</TotalTime>
  <Words>1323</Words>
  <Application>Microsoft Macintosh PowerPoint</Application>
  <PresentationFormat>Widescreen</PresentationFormat>
  <Paragraphs>302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Aptos</vt:lpstr>
      <vt:lpstr>Arial</vt:lpstr>
      <vt:lpstr>Calibri</vt:lpstr>
      <vt:lpstr>Consolas</vt:lpstr>
      <vt:lpstr>Segoe Sans Display Semibold</vt:lpstr>
      <vt:lpstr>Segoe Script</vt:lpstr>
      <vt:lpstr>Segoe UI</vt:lpstr>
      <vt:lpstr>Segoe UI Semibold</vt:lpstr>
      <vt:lpstr>Segoe UI Variable Display Semib</vt:lpstr>
      <vt:lpstr>Segoe UI Variable Display Semibold</vt:lpstr>
      <vt:lpstr>Wingdings</vt:lpstr>
      <vt:lpstr>Microsoft Build 16:9 Template Dark</vt:lpstr>
      <vt:lpstr>Microsoft Build 16:9 Template Light</vt:lpstr>
      <vt:lpstr>PowerPoint Presentation</vt:lpstr>
      <vt:lpstr>Designing Reliable Multi‑Agent Apps with Azure Cosmos DB</vt:lpstr>
      <vt:lpstr>What happens when a user starts a chat?</vt:lpstr>
      <vt:lpstr>User interaction flow</vt:lpstr>
      <vt:lpstr>Why Multi-Agent?</vt:lpstr>
      <vt:lpstr>Agentic Memory: Beyond RAG</vt:lpstr>
      <vt:lpstr>Travel Agent App – System Architecture</vt:lpstr>
      <vt:lpstr>State &amp; Memory</vt:lpstr>
      <vt:lpstr>Types of Memory</vt:lpstr>
      <vt:lpstr>Making Memory Intelligent</vt:lpstr>
      <vt:lpstr>PowerPoint Presentation</vt:lpstr>
      <vt:lpstr>PowerPoint Presentation</vt:lpstr>
      <vt:lpstr>PowerPoint Presentation</vt:lpstr>
      <vt:lpstr>Making agentic apps reliable and production grade</vt:lpstr>
      <vt:lpstr>From proof of concept to production</vt:lpstr>
      <vt:lpstr>Active-Active: Multi-Writer vs. Single Writer </vt:lpstr>
      <vt:lpstr>PowerPoint Presentation</vt:lpstr>
      <vt:lpstr>What happens when one write fails?</vt:lpstr>
      <vt:lpstr>PowerPoint Presentation</vt:lpstr>
      <vt:lpstr>Reduce failure modes with integrated embeddings</vt:lpstr>
      <vt:lpstr>Reduce failure modes with integrated embeddings</vt:lpstr>
      <vt:lpstr>PowerPoint Presentation</vt:lpstr>
      <vt:lpstr>New requirement for destination insights</vt:lpstr>
      <vt:lpstr>PowerPoint Presentation</vt:lpstr>
      <vt:lpstr>Bringing it all together</vt:lpstr>
      <vt:lpstr>Key takeaways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Justine Cocchi</dc:creator>
  <cp:lastModifiedBy>Aayush Kataria</cp:lastModifiedBy>
  <cp:revision>3</cp:revision>
  <dcterms:created xsi:type="dcterms:W3CDTF">2026-05-05T23:46:10Z</dcterms:created>
  <dcterms:modified xsi:type="dcterms:W3CDTF">2026-05-26T22:24:09Z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Microsoft Build 16\:9 Template Dark:6\Microsoft Build 16\:9 Template Light:6</vt:lpwstr>
  </property>
  <property fmtid="{D5CDD505-2E9C-101B-9397-08002B2CF9AE}" pid="3" name="ClassificationContentMarkingFooterText">
    <vt:lpwstr>Classified as Microsoft Confidential</vt:lpwstr>
  </property>
</Properties>
</file>